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74A254C3.xml" ContentType="application/vnd.openxmlformats-officedocument.presentationml.slideMaster+xml"/>
  <Override PartName="/ppt/slides/slide_A01_AD444DA4.xml" ContentType="application/vnd.openxmlformats-officedocument.presentationml.slide+xml"/>
  <Override PartName="/ppt/slides/slide_A02_7405ED9.xml" ContentType="application/vnd.openxmlformats-officedocument.presentationml.slide+xml"/>
  <Override PartName="/ppt/slides/slide_A03_C89256B9.xml" ContentType="application/vnd.openxmlformats-officedocument.presentationml.slide+xml"/>
  <Override PartName="/ppt/slides/slide_A04_19856DAC.xml" ContentType="application/vnd.openxmlformats-officedocument.presentationml.slide+xml"/>
  <Override PartName="/ppt/slides/slide_A05_2FF7BDFD.xml" ContentType="application/vnd.openxmlformats-officedocument.presentationml.slide+xml"/>
  <Override PartName="/ppt/slides/slide_A06_1F81C853.xml" ContentType="application/vnd.openxmlformats-officedocument.presentationml.slide+xml"/>
  <Override PartName="/ppt/slides/slide_A07_8927DD72.xml" ContentType="application/vnd.openxmlformats-officedocument.presentationml.slide+xml"/>
  <Override PartName="/ppt/slides/slide_A08_85CB4226.xml" ContentType="application/vnd.openxmlformats-officedocument.presentationml.slide+xml"/>
  <Override PartName="/ppt/slides/slide_A09_8C965D00.xml" ContentType="application/vnd.openxmlformats-officedocument.presentationml.slide+xml"/>
  <Override PartName="/ppt/slides/slide_A0A_46CA629E.xml" ContentType="application/vnd.openxmlformats-officedocument.presentationml.slide+xml"/>
  <Override PartName="/ppt/slides/slide_A0B_209743D5.xml" ContentType="application/vnd.openxmlformats-officedocument.presentationml.slide+xml"/>
  <Override PartName="/ppt/notesMasters/notesMaster_0_4ADD8B9E.xml" ContentType="application/vnd.openxmlformats-officedocument.presentationml.notesMaster+xml"/>
  <Override PartName="/ppt/presProps.xml" ContentType="application/vnd.openxmlformats-officedocument.presentationml.presProps+xml"/>
  <Override PartName="/ppt/theme/theme_80000000_74A254C3.xml" ContentType="application/vnd.openxmlformats-officedocument.theme+xml"/>
  <Override PartName="/ppt/tableStyles.xml" ContentType="application/vnd.openxmlformats-officedocument.presentationml.tableStyles+xml"/>
  <Override PartName="/ppt/slideLayouts/slideLayout_80000001_4777832C.xml" ContentType="application/vnd.openxmlformats-officedocument.presentationml.slideLayout+xml"/>
  <Override PartName="/ppt/slideLayouts/slideLayout_80000002_670716B.xml" ContentType="application/vnd.openxmlformats-officedocument.presentationml.slideLayout+xml"/>
  <Override PartName="/ppt/slideLayouts/slideLayout_80000003_61741091.xml" ContentType="application/vnd.openxmlformats-officedocument.presentationml.slideLayout+xml"/>
  <Override PartName="/ppt/slideLayouts/slideLayout_80000004_C5C1C50A.xml" ContentType="application/vnd.openxmlformats-officedocument.presentationml.slideLayout+xml"/>
  <Override PartName="/ppt/slideLayouts/slideLayout_80000005_5343DA43.xml" ContentType="application/vnd.openxmlformats-officedocument.presentationml.slideLayout+xml"/>
  <Override PartName="/ppt/slideLayouts/slideLayout_80000006_CC101AEA.xml" ContentType="application/vnd.openxmlformats-officedocument.presentationml.slideLayout+xml"/>
  <Override PartName="/ppt/slideLayouts/slideLayout_80000007_B24B6E7A.xml" ContentType="application/vnd.openxmlformats-officedocument.presentationml.slideLayout+xml"/>
  <Override PartName="/ppt/slideLayouts/slideLayout_80000008_51B262AC.xml" ContentType="application/vnd.openxmlformats-officedocument.presentationml.slideLayout+xml"/>
  <Override PartName="/ppt/slideLayouts/slideLayout_80000009_C083FC15.xml" ContentType="application/vnd.openxmlformats-officedocument.presentationml.slideLayout+xml"/>
  <Override PartName="/ppt/slideLayouts/slideLayout_8000000A_B8413FBC.xml" ContentType="application/vnd.openxmlformats-officedocument.presentationml.slideLayout+xml"/>
  <Override PartName="/ppt/slideLayouts/slideLayout_8000000B_B999DDA9.xml" ContentType="application/vnd.openxmlformats-officedocument.presentationml.slideLayout+xml"/>
  <Override PartName="/ppt/slideLayouts/slideLayout_80000018_EBDB1DC9.xml" ContentType="application/vnd.openxmlformats-officedocument.presentationml.slideLayout+xml"/>
  <Override PartName="/ppt/slideLayouts/slideLayout_80000019_E60F5CDD.xml" ContentType="application/vnd.openxmlformats-officedocument.presentationml.slideLayout+xml"/>
  <Override PartName="/ppt/slideLayouts/slideLayout_8000001A_392F7B64.xml" ContentType="application/vnd.openxmlformats-officedocument.presentationml.slideLayout+xml"/>
  <Override PartName="/ppt/slideLayouts/slideLayout_8000001B_748A0BF4.xml" ContentType="application/vnd.openxmlformats-officedocument.presentationml.slideLayout+xml"/>
  <Override PartName="/ppt/slideLayouts/slideLayout_8000001C_A5E5724E.xml" ContentType="application/vnd.openxmlformats-officedocument.presentationml.slideLayout+xml"/>
  <Override PartName="/ppt/slideLayouts/slideLayout_8000001D_30D56B7A.xml" ContentType="application/vnd.openxmlformats-officedocument.presentationml.slideLayout+xml"/>
  <Override PartName="/ppt/slideLayouts/slideLayout_8000001E_386B076.xml" ContentType="application/vnd.openxmlformats-officedocument.presentationml.slideLayout+xml"/>
  <Override PartName="/ppt/slideLayouts/slideLayout_8000001F_3584D2CD.xml" ContentType="application/vnd.openxmlformats-officedocument.presentationml.slideLayout+xml"/>
  <Override PartName="/ppt/slideLayouts/slideLayout_80000020_38B81BFF.xml" ContentType="application/vnd.openxmlformats-officedocument.presentationml.slideLayout+xml"/>
  <Override PartName="/ppt/slideLayouts/slideLayout_80000021_F1A9626B.xml" ContentType="application/vnd.openxmlformats-officedocument.presentationml.slideLayout+xml"/>
  <Override PartName="/ppt/slideLayouts/slideLayout_80000022_485FD784.xml" ContentType="application/vnd.openxmlformats-officedocument.presentationml.slideLayout+xml"/>
  <Override PartName="/ppt/slideLayouts/slideLayout_80000023_368B342C.xml" ContentType="application/vnd.openxmlformats-officedocument.presentationml.slideLayout+xml"/>
  <Override PartName="/ppt/slideLayouts/slideLayout_80000024_5D8A8222.xml" ContentType="application/vnd.openxmlformats-officedocument.presentationml.slideLayout+xml"/>
  <Override PartName="/ppt/slideLayouts/slideLayout_80000025_D514CBD0.xml" ContentType="application/vnd.openxmlformats-officedocument.presentationml.slideLayout+xml"/>
  <Override PartName="/ppt/slideLayouts/slideLayout_80000026_62F7ADD7.xml" ContentType="application/vnd.openxmlformats-officedocument.presentationml.slideLayout+xml"/>
  <Override PartName="/ppt/slideLayouts/slideLayout_80000027_DEE49F37.xml" ContentType="application/vnd.openxmlformats-officedocument.presentationml.slideLayout+xml"/>
  <Override PartName="/ppt/slideLayouts/slideLayout_80000028_D899B56.xml" ContentType="application/vnd.openxmlformats-officedocument.presentationml.slideLayout+xml"/>
  <Override PartName="/ppt/slideLayouts/slideLayout_80000029_66FDB913.xml" ContentType="application/vnd.openxmlformats-officedocument.presentationml.slideLayout+xml"/>
  <Override PartName="/ppt/slideLayouts/slideLayout_8000002A_CA6BACD7.xml" ContentType="application/vnd.openxmlformats-officedocument.presentationml.slideLayout+xml"/>
  <Override PartName="/ppt/slideLayouts/slideLayout_8000002B_AE80DC77.xml" ContentType="application/vnd.openxmlformats-officedocument.presentationml.slideLayout+xml"/>
  <Override PartName="/ppt/slideLayouts/slideLayout_8000002C_36AEF731.xml" ContentType="application/vnd.openxmlformats-officedocument.presentationml.slideLayout+xml"/>
  <Override PartName="/ppt/slideLayouts/slideLayout_8000002D_C3066215.xml" ContentType="application/vnd.openxmlformats-officedocument.presentationml.slideLayout+xml"/>
  <Override PartName="/ppt/slideLayouts/slideLayout_8000002E_2323B3B7.xml" ContentType="application/vnd.openxmlformats-officedocument.presentationml.slideLayout+xml"/>
  <Override PartName="/ppt/slideLayouts/slideLayout_8000002F_531C7512.xml" ContentType="application/vnd.openxmlformats-officedocument.presentationml.slideLayout+xml"/>
  <Override PartName="/ppt/slideLayouts/slideLayout_80000030_E141D175.xml" ContentType="application/vnd.openxmlformats-officedocument.presentationml.slideLayout+xml"/>
  <Override PartName="/ppt/slideLayouts/slideLayout_80000031_100CD1F7.xml" ContentType="application/vnd.openxmlformats-officedocument.presentationml.slideLayout+xml"/>
  <Override PartName="/ppt/slideLayouts/slideLayout_80000032_453D70AD.xml" ContentType="application/vnd.openxmlformats-officedocument.presentationml.slideLayout+xml"/>
  <Override PartName="/ppt/slideLayouts/slideLayout_80000033_2C4BF4AD.xml" ContentType="application/vnd.openxmlformats-officedocument.presentationml.slideLayout+xml"/>
  <Override PartName="/ppt/slideLayouts/slideLayout_80000034_33FF49F4.xml" ContentType="application/vnd.openxmlformats-officedocument.presentationml.slideLayout+xml"/>
  <Override PartName="/ppt/slideLayouts/slideLayout_80000035_F72CE54A.xml" ContentType="application/vnd.openxmlformats-officedocument.presentationml.slideLayout+xml"/>
  <Override PartName="/ppt/slideLayouts/slideLayout_80000036_11352F4B.xml" ContentType="application/vnd.openxmlformats-officedocument.presentationml.slideLayout+xml"/>
  <Override PartName="/ppt/slideLayouts/slideLayout_80000037_9A26C76E.xml" ContentType="application/vnd.openxmlformats-officedocument.presentationml.slideLayout+xml"/>
  <Override PartName="/ppt/slideLayouts/slideLayout_80000038_BC2C2D30.xml" ContentType="application/vnd.openxmlformats-officedocument.presentationml.slideLayout+xml"/>
  <Override PartName="/ppt/slideLayouts/slideLayout_80000039_78E74E31.xml" ContentType="application/vnd.openxmlformats-officedocument.presentationml.slideLayout+xml"/>
  <Override PartName="/ppt/slideLayouts/slideLayout_8000003A_780969F.xml" ContentType="application/vnd.openxmlformats-officedocument.presentationml.slideLayout+xml"/>
  <Override PartName="/ppt/slideLayouts/slideLayout_8000003B_7A896220.xml" ContentType="application/vnd.openxmlformats-officedocument.presentationml.slideLayout+xml"/>
  <Override PartName="/ppt/slideLayouts/slideLayout_8000003C_BFA67F37.xml" ContentType="application/vnd.openxmlformats-officedocument.presentationml.slideLayout+xml"/>
  <Override PartName="/ppt/slideLayouts/slideLayout_8000003D_55C6236F.xml" ContentType="application/vnd.openxmlformats-officedocument.presentationml.slideLayout+xml"/>
  <Override PartName="/ppt/slideLayouts/slideLayout_8000003E_5C561E39.xml" ContentType="application/vnd.openxmlformats-officedocument.presentationml.slideLayout+xml"/>
  <Override PartName="/ppt/slideLayouts/slideLayout_8000003F_2F3CFA9B.xml" ContentType="application/vnd.openxmlformats-officedocument.presentationml.slideLayout+xml"/>
  <Override PartName="/ppt/slideLayouts/slideLayout_80000040_9677907F.xml" ContentType="application/vnd.openxmlformats-officedocument.presentationml.slideLayout+xml"/>
  <Override PartName="/ppt/slideLayouts/slideLayout_80000041_E9E2F.xml" ContentType="application/vnd.openxmlformats-officedocument.presentationml.slideLayout+xml"/>
  <Override PartName="/ppt/slideLayouts/slideLayout_80000042_984F1233.xml" ContentType="application/vnd.openxmlformats-officedocument.presentationml.slideLayout+xml"/>
  <Override PartName="/ppt/slideLayouts/slideLayout_80000043_860414B7.xml" ContentType="application/vnd.openxmlformats-officedocument.presentationml.slideLayout+xml"/>
  <Override PartName="/ppt/slideLayouts/slideLayout_80000044_135C786C.xml" ContentType="application/vnd.openxmlformats-officedocument.presentationml.slideLayout+xml"/>
  <Override PartName="/ppt/theme/theme_0_4ADD8B9E.xml" ContentType="application/vnd.openxmlformats-officedocument.theme+xml"/>
  <Override PartName="/ppt/notesSlides/notesSlide_A01_AD444DA4.xml" ContentType="application/vnd.openxmlformats-officedocument.presentationml.notesSlide+xml"/>
  <Override PartName="/ppt/notesSlides/notesSlide_A02_7405ED9.xml" ContentType="application/vnd.openxmlformats-officedocument.presentationml.notesSlide+xml"/>
  <Override PartName="/ppt/notesSlides/notesSlide_A03_C89256B9.xml" ContentType="application/vnd.openxmlformats-officedocument.presentationml.notesSlide+xml"/>
  <Override PartName="/ppt/notesSlides/notesSlide_A04_19856DAC.xml" ContentType="application/vnd.openxmlformats-officedocument.presentationml.notesSlide+xml"/>
  <Override PartName="/ppt/notesSlides/notesSlide_A05_2FF7BDFD.xml" ContentType="application/vnd.openxmlformats-officedocument.presentationml.notesSlide+xml"/>
  <Override PartName="/ppt/notesSlides/notesSlide_A06_1F81C853.xml" ContentType="application/vnd.openxmlformats-officedocument.presentationml.notesSlide+xml"/>
  <Override PartName="/ppt/notesSlides/notesSlide_A07_8927DD72.xml" ContentType="application/vnd.openxmlformats-officedocument.presentationml.notesSlide+xml"/>
  <Override PartName="/ppt/notesSlides/notesSlide_A08_85CB4226.xml" ContentType="application/vnd.openxmlformats-officedocument.presentationml.notesSlide+xml"/>
  <Override PartName="/ppt/notesSlides/notesSlide_A09_8C965D00.xml" ContentType="application/vnd.openxmlformats-officedocument.presentationml.notesSlide+xml"/>
  <Override PartName="/ppt/notesSlides/notesSlide_A0A_46CA629E.xml" ContentType="application/vnd.openxmlformats-officedocument.presentationml.notesSlide+xml"/>
  <Override PartName="/ppt/notesSlides/notesSlide_A0B_209743D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rom Paper to People: The Golden Thread for Northumberland Family Hubs" id="{A6C2D490-F464-4C62-A961-810BCA4C08AD}">
          <p14:sldIdLst>
            <p14:sldId id="2561"/>
          </p14:sldIdLst>
        </p14:section>
        <p14:section name="From Paper to People: Transforming Family Hub Registration" id="{FED35D25-D305-44EA-9D55-CC6B9971769E}">
          <p14:sldIdLst>
            <p14:sldId id="2562"/>
            <p14:sldId id="2563"/>
            <p14:sldId id="2564"/>
            <p14:sldId id="2565"/>
            <p14:sldId id="2566"/>
            <p14:sldId id="2567"/>
            <p14:sldId id="2568"/>
            <p14:sldId id="2569"/>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8927DD72.xml"/><Relationship Id="rId13" Type="http://schemas.openxmlformats.org/officeDocument/2006/relationships/notesMaster" Target="notesMasters/notesMaster_0_4ADD8B9E.xml"/><Relationship Id="rId3" Type="http://schemas.openxmlformats.org/officeDocument/2006/relationships/slide" Target="slides/slide_A02_7405ED9.xml"/><Relationship Id="rId7" Type="http://schemas.openxmlformats.org/officeDocument/2006/relationships/slide" Target="slides/slide_A06_1F81C853.xml"/><Relationship Id="rId12" Type="http://schemas.openxmlformats.org/officeDocument/2006/relationships/slide" Target="slides/slide_A0B_209743D5.xml"/><Relationship Id="rId2" Type="http://schemas.openxmlformats.org/officeDocument/2006/relationships/slide" Target="slides/slide_A01_AD444DA4.xml"/><Relationship Id="rId16" Type="http://schemas.openxmlformats.org/officeDocument/2006/relationships/tableStyles" Target="tableStyles.xml"/><Relationship Id="rId1" Type="http://schemas.openxmlformats.org/officeDocument/2006/relationships/slideMaster" Target="slideMasters/slideMaster_80000000_74A254C3.xml"/><Relationship Id="rId6" Type="http://schemas.openxmlformats.org/officeDocument/2006/relationships/slide" Target="slides/slide_A05_2FF7BDFD.xml"/><Relationship Id="rId11" Type="http://schemas.openxmlformats.org/officeDocument/2006/relationships/slide" Target="slides/slide_A0A_46CA629E.xml"/><Relationship Id="rId5" Type="http://schemas.openxmlformats.org/officeDocument/2006/relationships/slide" Target="slides/slide_A04_19856DAC.xml"/><Relationship Id="rId15" Type="http://schemas.openxmlformats.org/officeDocument/2006/relationships/theme" Target="theme/theme_80000000_74A254C3.xml"/><Relationship Id="rId10" Type="http://schemas.openxmlformats.org/officeDocument/2006/relationships/slide" Target="slides/slide_A09_8C965D00.xml"/><Relationship Id="rId4" Type="http://schemas.openxmlformats.org/officeDocument/2006/relationships/slide" Target="slides/slide_A03_C89256B9.xml"/><Relationship Id="rId9" Type="http://schemas.openxmlformats.org/officeDocument/2006/relationships/slide" Target="slides/slide_A08_85CB4226.xml"/><Relationship Id="rId14" Type="http://schemas.openxmlformats.org/officeDocument/2006/relationships/presProps" Target="presProps.xml"/></Relationships>
</file>

<file path=ppt/notesMasters/_rels/notesMaster_0_4ADD8B9E.xml.rels><?xml version="1.0" encoding="UTF-8" standalone="yes"?>
<Relationships xmlns="http://schemas.openxmlformats.org/package/2006/relationships"><Relationship Id="rId1" Type="http://schemas.openxmlformats.org/officeDocument/2006/relationships/theme" Target="../theme/theme_0_4ADD8B9E.xml"/></Relationships>
</file>

<file path=ppt/notesMasters/notesMaster_0_4ADD8B9E.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3B54AF-DC88-4CAF-8539-2942E73DDEF9}"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9260A3-A66B-4138-BE60-644A8D297C38}" type="slidenum">
              <a:t/>
            </a:fld>
            <a:endParaRPr lang="en-US"/>
          </a:p>
        </p:txBody>
      </p:sp>
    </p:spTree>
    <p:extLst>
      <p:ext uri="{BB962C8B-B14F-4D97-AF65-F5344CB8AC3E}">
        <p14:creationId xmlns:p14="http://schemas.microsoft.com/office/powerpoint/2010/main" val="12560331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46CA629E.xml.rels><?xml version="1.0" encoding="UTF-8" standalone="yes"?>
<Relationships xmlns="http://schemas.openxmlformats.org/package/2006/relationships"><Relationship Id="rId2" Type="http://schemas.openxmlformats.org/officeDocument/2006/relationships/slide" Target="../slides/slide_A0A_46CA629E.xml"/><Relationship Id="rId1" Type="http://schemas.openxmlformats.org/officeDocument/2006/relationships/notesMaster" Target="../notesMasters/notesMaster_0_4ADD8B9E.xml"/></Relationships>
</file>

<file path=ppt/notesSlides/_rels/notesSlide_A0B_209743D5.xml.rels><?xml version="1.0" encoding="UTF-8" standalone="yes"?>
<Relationships xmlns="http://schemas.openxmlformats.org/package/2006/relationships"><Relationship Id="rId2" Type="http://schemas.openxmlformats.org/officeDocument/2006/relationships/slide" Target="../slides/slide_A0B_209743D5.xml"/><Relationship Id="rId1" Type="http://schemas.openxmlformats.org/officeDocument/2006/relationships/notesMaster" Target="../notesMasters/notesMaster_0_4ADD8B9E.xml"/></Relationships>
</file>

<file path=ppt/notesSlides/_rels/notesSlide_A01_AD444DA4.xml.rels><?xml version="1.0" encoding="UTF-8" standalone="yes"?>
<Relationships xmlns="http://schemas.openxmlformats.org/package/2006/relationships"><Relationship Id="rId2" Type="http://schemas.openxmlformats.org/officeDocument/2006/relationships/slide" Target="../slides/slide_A01_AD444DA4.xml"/><Relationship Id="rId1" Type="http://schemas.openxmlformats.org/officeDocument/2006/relationships/notesMaster" Target="../notesMasters/notesMaster_0_4ADD8B9E.xml"/></Relationships>
</file>

<file path=ppt/notesSlides/_rels/notesSlide_A02_7405ED9.xml.rels><?xml version="1.0" encoding="UTF-8" standalone="yes"?>
<Relationships xmlns="http://schemas.openxmlformats.org/package/2006/relationships"><Relationship Id="rId2" Type="http://schemas.openxmlformats.org/officeDocument/2006/relationships/slide" Target="../slides/slide_A02_7405ED9.xml"/><Relationship Id="rId1" Type="http://schemas.openxmlformats.org/officeDocument/2006/relationships/notesMaster" Target="../notesMasters/notesMaster_0_4ADD8B9E.xml"/></Relationships>
</file>

<file path=ppt/notesSlides/_rels/notesSlide_A03_C89256B9.xml.rels><?xml version="1.0" encoding="UTF-8" standalone="yes"?>
<Relationships xmlns="http://schemas.openxmlformats.org/package/2006/relationships"><Relationship Id="rId2" Type="http://schemas.openxmlformats.org/officeDocument/2006/relationships/slide" Target="../slides/slide_A03_C89256B9.xml"/><Relationship Id="rId1" Type="http://schemas.openxmlformats.org/officeDocument/2006/relationships/notesMaster" Target="../notesMasters/notesMaster_0_4ADD8B9E.xml"/></Relationships>
</file>

<file path=ppt/notesSlides/_rels/notesSlide_A04_19856DAC.xml.rels><?xml version="1.0" encoding="UTF-8" standalone="yes"?>
<Relationships xmlns="http://schemas.openxmlformats.org/package/2006/relationships"><Relationship Id="rId2" Type="http://schemas.openxmlformats.org/officeDocument/2006/relationships/slide" Target="../slides/slide_A04_19856DAC.xml"/><Relationship Id="rId1" Type="http://schemas.openxmlformats.org/officeDocument/2006/relationships/notesMaster" Target="../notesMasters/notesMaster_0_4ADD8B9E.xml"/></Relationships>
</file>

<file path=ppt/notesSlides/_rels/notesSlide_A05_2FF7BDFD.xml.rels><?xml version="1.0" encoding="UTF-8" standalone="yes"?>
<Relationships xmlns="http://schemas.openxmlformats.org/package/2006/relationships"><Relationship Id="rId2" Type="http://schemas.openxmlformats.org/officeDocument/2006/relationships/slide" Target="../slides/slide_A05_2FF7BDFD.xml"/><Relationship Id="rId1" Type="http://schemas.openxmlformats.org/officeDocument/2006/relationships/notesMaster" Target="../notesMasters/notesMaster_0_4ADD8B9E.xml"/></Relationships>
</file>

<file path=ppt/notesSlides/_rels/notesSlide_A06_1F81C853.xml.rels><?xml version="1.0" encoding="UTF-8" standalone="yes"?>
<Relationships xmlns="http://schemas.openxmlformats.org/package/2006/relationships"><Relationship Id="rId2" Type="http://schemas.openxmlformats.org/officeDocument/2006/relationships/slide" Target="../slides/slide_A06_1F81C853.xml"/><Relationship Id="rId1" Type="http://schemas.openxmlformats.org/officeDocument/2006/relationships/notesMaster" Target="../notesMasters/notesMaster_0_4ADD8B9E.xml"/></Relationships>
</file>

<file path=ppt/notesSlides/_rels/notesSlide_A07_8927DD72.xml.rels><?xml version="1.0" encoding="UTF-8" standalone="yes"?>
<Relationships xmlns="http://schemas.openxmlformats.org/package/2006/relationships"><Relationship Id="rId2" Type="http://schemas.openxmlformats.org/officeDocument/2006/relationships/slide" Target="../slides/slide_A07_8927DD72.xml"/><Relationship Id="rId1" Type="http://schemas.openxmlformats.org/officeDocument/2006/relationships/notesMaster" Target="../notesMasters/notesMaster_0_4ADD8B9E.xml"/></Relationships>
</file>

<file path=ppt/notesSlides/_rels/notesSlide_A08_85CB4226.xml.rels><?xml version="1.0" encoding="UTF-8" standalone="yes"?>
<Relationships xmlns="http://schemas.openxmlformats.org/package/2006/relationships"><Relationship Id="rId2" Type="http://schemas.openxmlformats.org/officeDocument/2006/relationships/slide" Target="../slides/slide_A08_85CB4226.xml"/><Relationship Id="rId1" Type="http://schemas.openxmlformats.org/officeDocument/2006/relationships/notesMaster" Target="../notesMasters/notesMaster_0_4ADD8B9E.xml"/></Relationships>
</file>

<file path=ppt/notesSlides/_rels/notesSlide_A09_8C965D00.xml.rels><?xml version="1.0" encoding="UTF-8" standalone="yes"?>
<Relationships xmlns="http://schemas.openxmlformats.org/package/2006/relationships"><Relationship Id="rId2" Type="http://schemas.openxmlformats.org/officeDocument/2006/relationships/slide" Target="../slides/slide_A09_8C965D00.xml"/><Relationship Id="rId1" Type="http://schemas.openxmlformats.org/officeDocument/2006/relationships/notesMaster" Target="../notesMasters/notesMaster_0_4ADD8B9E.xml"/></Relationships>
</file>

<file path=ppt/notesSlides/notesSlide_A0A_46CA629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When data is captured digitally and linked through a unique identifier, it becomes possible to move from basic record-keeping to meaningful insight. Leadership teams gain access to real-time, aggregated information about service usage, attendance patterns, and family journeys across the county. This enables evidence-based decision-making, such as identifying which services are most in demand, where additional capacity is needed, or which groups may not be accessing support. It also supports evaluation and accountability, making it easier to demonstrate impact to funders and partners. Importantly, insight is generated from anonymised or aggregated views, protecting individual privacy while still enabling learning. This slide shows how the golden thread turns operational data into a strategic asset, supporting continuous improvement and more targeted use of limited resources.</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1268393116"/>
      </p:ext>
    </p:extLst>
  </p:cSld>
  <p:clrMapOvr>
    <a:masterClrMapping/>
  </p:clrMapOvr>
</p:notes>
</file>

<file path=ppt/notesSlides/notesSlide_A0B_209743D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closing message brings the narrative together: one family, one journey, supported by a single digital thread. By replacing paper with a unified digital gateway and a unique Family Hub ID, Northumberland can create a more dignified, efficient, and effective system of support. Families experience less friction and more continuity, staff regain time and focus, and the organisation gains the insight needed to improve outcomes and allocate resources wisely. This is not a radical or risky transformation, but a pragmatic step towards modern service delivery grounded in user needs and public sector values. The final slide reinforces that the golden thread is ultimately about people, ensuring that every interaction contributes to a coherent, supportive journey rather than a fragmented experience. It leaves stakeholders with a clear, memorable summary of why the change matters and what success looks like.</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3851004323"/>
      </p:ext>
    </p:extLst>
  </p:cSld>
  <p:clrMapOvr>
    <a:masterClrMapping/>
  </p:clrMapOvr>
</p:notes>
</file>

<file path=ppt/notesSlides/notesSlide_A01_AD444DA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1934085916"/>
      </p:ext>
    </p:extLst>
  </p:cSld>
  <p:clrMapOvr>
    <a:masterClrMapping/>
  </p:clrMapOvr>
</p:notes>
</file>

<file path=ppt/notesSlides/notesSlide_A02_7405ED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Paper to People – Setting the Vision, The Current Experience for Families, Impact on Staff and the Organisation, The Vision: A Unified Digital Gateway, Tell Us Once: Digital Registration, The Golden Thread: A Unique Family Hub ID, A Better Experience for Staff, From Data to Insight, One Family, One Journey</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3548278992"/>
      </p:ext>
    </p:extLst>
  </p:cSld>
  <p:clrMapOvr>
    <a:masterClrMapping/>
  </p:clrMapOvr>
</p:notes>
</file>

<file path=ppt/notesSlides/notesSlide_A03_C89256B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Northumberland Family Hubs exist to provide timely, compassionate support to families during some of the most important and challenging stages of their lives. However, the way families first interact with these services sets the tone for everything that follows. Today, that first interaction is too often defined by paper forms, clipboards, and queues at reception desks. This slide introduces the core vision of moving “from paper to people,” signalling a shift away from administrative burden and towards human-centred service design. The phrase reflects three key ideas. First, digital tools should remove friction, not add to it, especially for parents arriving with young children, prams, or time pressures. Second, staff time is precious and should be focused on listening, supporting, and intervening early, rather than copying handwritten data into systems. Third, data collected by the council should ultimately serve people, enabling better decisions, fairer funding, and improved outcomes across the county. By framing the change as a move from paper to people, the presentation anchors the programme in purpose rather than technology. The goal is not digitisation for its own sake, but a better experience for families, more sustainable ways of working for staff, and a stronger evidence base for leadership. This opening slide establishes the narrative foundation for the rest of the presentation, making it clear that the golden thread is about continuity of care, dignity for families, and smarter use of public resources.</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4045678795"/>
      </p:ext>
    </p:extLst>
  </p:cSld>
  <p:clrMapOvr>
    <a:masterClrMapping/>
  </p:clrMapOvr>
</p:notes>
</file>

<file path=ppt/notesSlides/notesSlide_A04_19856DA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For many families, the current registration experience at Family Hubs is difficult and stressful. Parents are often asked to complete paper forms on arrival, balancing clipboards while managing toddlers, babies, or anxious children. This environment is not conducive to careful form filling, which increases the likelihood of mistakes, omissions, or inconsistent information. Families may also be asked the same questions repeatedly when visiting different hubs or accessing different services, creating frustration and a sense that systems do not ‘talk to each other’. This repeated data collection undermines trust and contradicts modern expectations shaped by digital services in banking, healthcare, and retail, where users expect their information to be remembered securely. The inconvenience is not just practical but emotional; families seeking support may already feel vulnerable, and administrative friction can become a barrier to engagement. Some families may delay or avoid accessing services altogether because the process feels overwhelming. This slide makes visible the human cost of paper-based processes, highlighting that poor user experience is not a minor inconvenience but a genuine risk to inclusion and early intervention. By clearly articulating the lived experience of families, the case for change becomes grounded in empathy rather than efficiency alone.</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1915777899"/>
      </p:ext>
    </p:extLst>
  </p:cSld>
  <p:clrMapOvr>
    <a:masterClrMapping/>
  </p:clrMapOvr>
</p:notes>
</file>

<file path=ppt/notesSlides/notesSlide_A05_2FF7BDF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challenges of paper-based registration are felt just as strongly by staff and the wider organisation. Frontline workers routinely spend hours re-entering information from handwritten forms into digital systems, time that could otherwise be spent supporting families directly. Handwriting can be unclear, leading to errors that require follow-up or correction, while missing fields result in incomplete records. Over time, this creates fragmented and inconsistent data sets, often stored in separate systems or spreadsheets at individual hubs. From an organisational perspective, this fragmentation makes it extremely difficult to gain a county-wide view of service usage, demographics, or outcomes. Leaders cannot easily answer questions such as which services are most in demand, where families drop out, or which communities are under-served. Paper also introduces governance and compliance risks. Physical forms must be stored securely, transported carefully, and eventually disposed of, all of which increase the risk of data breaches and make GDPR compliance harder to demonstrate. This slide connects operational pain points to strategic limitations, showing that manual processes do not just waste time but actively constrain the council’s ability to plan, learn, and improve services.</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1645414527"/>
      </p:ext>
    </p:extLst>
  </p:cSld>
  <p:clrMapOvr>
    <a:masterClrMapping/>
  </p:clrMapOvr>
</p:notes>
</file>

<file path=ppt/notesSlides/notesSlide_A06_1F81C8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target state is a single, unified digital registration gateway that replaces fragmented paper processes with a coherent, user-friendly digital service. This gateway would be accessible on a mobile phone, tablet, or staff-assisted device, allowing families to register at a time and place that suits them, including before they arrive at a hub. The design principle is simplicity: clear questions, accessible language, and compliance with accessibility standards so that no family is excluded. From a system perspective, the gateway acts as the front door to Family Hub services, ensuring that information is captured once, stored securely, and made available wherever it is legitimately needed. This vision supports a ‘tell us once’ approach, reducing duplication and respecting families’ time. It also provides a consistent foundation for data quality, ensuring that information is structured, validated, and immediately usable. Importantly, the gateway is not just a form but a service, designed around user needs, privacy by design, and scalability across the county. This slide articulates the future state clearly, helping stakeholders understand what success looks like and how digital tools can enable, rather than replace, human support.</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1674134242"/>
      </p:ext>
    </p:extLst>
  </p:cSld>
  <p:clrMapOvr>
    <a:masterClrMapping/>
  </p:clrMapOvr>
</p:notes>
</file>

<file path=ppt/notesSlides/notesSlide_A07_8927DD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At the heart of the new approach is the principle of ‘tell us once’. Families complete their core details a single time through the digital registration gateway, either independently on their own device or with support from staff if needed. The system confirms completion immediately, giving families confidence that their information has been received and recorded. This approach reduces cognitive load and repetition, making the experience calmer and more respectful. It also improves data accuracy, as digital forms can guide users, validate inputs such as postcodes or email addresses, and highlight missing information before submission. From the organisation’s perspective, this creates a clean, consistent starting record that can be built upon over time rather than repeatedly recreated. The ‘tell us once’ concept is familiar to many users from other public services and aligns with broader government service design principles. This slide reinforces the idea that good digital design can remove unnecessary effort for families while simultaneously improving operational efficiency and data quality.</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1291755546"/>
      </p:ext>
    </p:extLst>
  </p:cSld>
  <p:clrMapOvr>
    <a:masterClrMapping/>
  </p:clrMapOvr>
</p:notes>
</file>

<file path=ppt/notesSlides/notesSlide_A08_85CB4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golden thread that enables continuity across the system is a unique Family Hub User ID. This identifier is generated at the point of registration and is used to link all future interactions, visits, and services accessed by a family. Crucially, the ID is not a nationally recognisable number such as a National Insurance or NHS number, but a system-generated identifier designed to minimise risk while enabling tracking. As families move between different hubs or access different types of support, their interactions are connected through this single thread, creating a coherent service journey rather than a collection of disconnected episodes. This approach supports longitudinal understanding, allowing the council to see how families engage over time, where support escalates, and where it drops off. It also reduces duplication, as staff can retrieve existing records rather than creating new ones. This slide is the conceptual centre of the presentation, showing how a simple technical mechanism can unlock significant improvements in experience, insight, and coordination when designed thoughtfully.</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599623851"/>
      </p:ext>
    </p:extLst>
  </p:cSld>
  <p:clrMapOvr>
    <a:masterClrMapping/>
  </p:clrMapOvr>
</p:notes>
</file>

<file path=ppt/notesSlides/notesSlide_A09_8C965D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For staff, the introduction of a digital gateway and golden thread fundamentally changes day-to-day work. Instead of starting each interaction with blank forms, staff see pre-filled records that reflect what the family has already shared. Their role shifts from data collection to confirmation, conversation, and care. This reduces administrative workload and frustration, while also improving job satisfaction by allowing staff to focus on their professional strengths. Updates can be made quickly and transparently, with a clear audit trail of what has changed and why. New information is added to the existing record rather than stored separately, supporting continuity across teams and locations. Over time, this creates a shared, trusted source of information that staff can rely on. This slide emphasises that digital transformation is as much about improving working conditions as it is about efficiency, reinforcing the message that staff are beneficiaries, not just users, of the new system.</a:t>
            </a:r>
          </a:p>
        </p:txBody>
      </p:sp>
      <p:sp>
        <p:nvSpPr>
          <p:cNvPr id="4" name="Slide Number Placeholder 3"/>
          <p:cNvSpPr>
            <a:spLocks noGrp="1"/>
          </p:cNvSpPr>
          <p:nvPr>
            <p:ph type="sldNum" sz="quarter" idx="5"/>
          </p:nvPr>
        </p:nvSpPr>
        <p:spPr/>
        <p:txBody>
          <a:bodyPr/>
          <a:lstStyle/>
          <a:p>
            <a:fld id="{0CCD8994-E285-472D-B16E-75FBC0805C60}" type="slidenum">
              <a:t/>
            </a:fld>
            <a:endParaRPr lang="en-US"/>
          </a:p>
        </p:txBody>
      </p:sp>
    </p:spTree>
    <p:extLst>
      <p:ext uri="{BB962C8B-B14F-4D97-AF65-F5344CB8AC3E}">
        <p14:creationId xmlns:p14="http://schemas.microsoft.com/office/powerpoint/2010/main" val="1159597595"/>
      </p:ext>
    </p:extLst>
  </p:cSld>
  <p:clrMapOvr>
    <a:masterClrMapping/>
  </p:clrMapOvr>
</p:notes>
</file>

<file path=ppt/slideLayouts/_rels/slideLayout_8000000A_B8413FBC.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0B_B999DDA9.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1A_392F7B64.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1B_748A0BF4.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1C_A5E5724E.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1D_30D56B7A.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1E_386B076.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1F_3584D2CD.xml.rels><?xml version="1.0" encoding="UTF-8" standalone="yes"?>
<Relationships xmlns="http://schemas.openxmlformats.org/package/2006/relationships"><Relationship Id="rId2" Type="http://schemas.openxmlformats.org/officeDocument/2006/relationships/image" Target="../media/image_544F8FF4.jpeg"/><Relationship Id="rId1" Type="http://schemas.openxmlformats.org/officeDocument/2006/relationships/slideMaster" Target="../slideMasters/slideMaster_80000000_74A254C3.xml"/></Relationships>
</file>

<file path=ppt/slideLayouts/_rels/slideLayout_8000002A_CA6BACD7.xml.rels><?xml version="1.0" encoding="UTF-8" standalone="yes"?>
<Relationships xmlns="http://schemas.openxmlformats.org/package/2006/relationships"><Relationship Id="rId2" Type="http://schemas.openxmlformats.org/officeDocument/2006/relationships/image" Target="../media/image_5CD3AF7.jpeg"/><Relationship Id="rId1" Type="http://schemas.openxmlformats.org/officeDocument/2006/relationships/slideMaster" Target="../slideMasters/slideMaster_80000000_74A254C3.xml"/></Relationships>
</file>

<file path=ppt/slideLayouts/_rels/slideLayout_8000002B_AE80DC77.xml.rels><?xml version="1.0" encoding="UTF-8" standalone="yes"?>
<Relationships xmlns="http://schemas.openxmlformats.org/package/2006/relationships"><Relationship Id="rId2" Type="http://schemas.openxmlformats.org/officeDocument/2006/relationships/image" Target="../media/image_5CD3AF7.jpeg"/><Relationship Id="rId1" Type="http://schemas.openxmlformats.org/officeDocument/2006/relationships/slideMaster" Target="../slideMasters/slideMaster_80000000_74A254C3.xml"/></Relationships>
</file>

<file path=ppt/slideLayouts/_rels/slideLayout_8000002C_36AEF731.xml.rels><?xml version="1.0" encoding="UTF-8" standalone="yes"?>
<Relationships xmlns="http://schemas.openxmlformats.org/package/2006/relationships"><Relationship Id="rId2" Type="http://schemas.openxmlformats.org/officeDocument/2006/relationships/image" Target="../media/image_5CD3AF7.jpeg"/><Relationship Id="rId1" Type="http://schemas.openxmlformats.org/officeDocument/2006/relationships/slideMaster" Target="../slideMasters/slideMaster_80000000_74A254C3.xml"/></Relationships>
</file>

<file path=ppt/slideLayouts/_rels/slideLayout_8000002D_C3066215.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74A254C3.xml"/></Relationships>
</file>

<file path=ppt/slideLayouts/_rels/slideLayout_8000002E_2323B3B7.xml.rels><?xml version="1.0" encoding="UTF-8" standalone="yes"?>
<Relationships xmlns="http://schemas.openxmlformats.org/package/2006/relationships"><Relationship Id="rId2" Type="http://schemas.openxmlformats.org/officeDocument/2006/relationships/image" Target="../media/image_18F08195.jpeg"/><Relationship Id="rId1" Type="http://schemas.openxmlformats.org/officeDocument/2006/relationships/slideMaster" Target="../slideMasters/slideMaster_80000000_74A254C3.xml"/></Relationships>
</file>

<file path=ppt/slideLayouts/_rels/slideLayout_8000002F_531C7512.xml.rels><?xml version="1.0" encoding="UTF-8" standalone="yes"?>
<Relationships xmlns="http://schemas.openxmlformats.org/package/2006/relationships"><Relationship Id="rId2" Type="http://schemas.openxmlformats.org/officeDocument/2006/relationships/image" Target="../media/image_18F08195.jpeg"/><Relationship Id="rId1" Type="http://schemas.openxmlformats.org/officeDocument/2006/relationships/slideMaster" Target="../slideMasters/slideMaster_80000000_74A254C3.xml"/></Relationships>
</file>

<file path=ppt/slideLayouts/_rels/slideLayout_8000003A_780969F.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B_7A896220.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C_BFA67F37.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D_55C6236F.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E_5C561E39.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F_2F3CFA9B.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01_4777832C.xml.rels><?xml version="1.0" encoding="UTF-8" standalone="yes"?>
<Relationships xmlns="http://schemas.openxmlformats.org/package/2006/relationships"><Relationship Id="rId2" Type="http://schemas.openxmlformats.org/officeDocument/2006/relationships/image" Target="../media/image_AE0091C3.jpeg"/><Relationship Id="rId1" Type="http://schemas.openxmlformats.org/officeDocument/2006/relationships/slideMaster" Target="../slideMasters/slideMaster_80000000_74A254C3.xml"/></Relationships>
</file>

<file path=ppt/slideLayouts/_rels/slideLayout_80000002_670716B.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03_61741091.xml.rels><?xml version="1.0" encoding="UTF-8" standalone="yes"?>
<Relationships xmlns="http://schemas.openxmlformats.org/package/2006/relationships"><Relationship Id="rId2" Type="http://schemas.openxmlformats.org/officeDocument/2006/relationships/image" Target="../media/image_38A47F52.jpeg"/><Relationship Id="rId1" Type="http://schemas.openxmlformats.org/officeDocument/2006/relationships/slideMaster" Target="../slideMasters/slideMaster_80000000_74A254C3.xml"/></Relationships>
</file>

<file path=ppt/slideLayouts/_rels/slideLayout_80000004_C5C1C50A.xml.rels><?xml version="1.0" encoding="UTF-8" standalone="yes"?>
<Relationships xmlns="http://schemas.openxmlformats.org/package/2006/relationships"><Relationship Id="rId2" Type="http://schemas.openxmlformats.org/officeDocument/2006/relationships/image" Target="../media/image_18F08195.jpeg"/><Relationship Id="rId1" Type="http://schemas.openxmlformats.org/officeDocument/2006/relationships/slideMaster" Target="../slideMasters/slideMaster_80000000_74A254C3.xml"/></Relationships>
</file>

<file path=ppt/slideLayouts/_rels/slideLayout_80000005_5343DA43.xml.rels><?xml version="1.0" encoding="UTF-8" standalone="yes"?>
<Relationships xmlns="http://schemas.openxmlformats.org/package/2006/relationships"><Relationship Id="rId2" Type="http://schemas.openxmlformats.org/officeDocument/2006/relationships/image" Target="../media/image_AE0091C3.jpeg"/><Relationship Id="rId1" Type="http://schemas.openxmlformats.org/officeDocument/2006/relationships/slideMaster" Target="../slideMasters/slideMaster_80000000_74A254C3.xml"/></Relationships>
</file>

<file path=ppt/slideLayouts/_rels/slideLayout_80000006_CC101AEA.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07_B24B6E7A.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08_51B262AC.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09_C083FC15.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18_EBDB1DC9.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19_E60F5CDD.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74A254C3.xml"/></Relationships>
</file>

<file path=ppt/slideLayouts/_rels/slideLayout_80000020_38B81BFF.xml.rels><?xml version="1.0" encoding="UTF-8" standalone="yes"?>
<Relationships xmlns="http://schemas.openxmlformats.org/package/2006/relationships"><Relationship Id="rId2" Type="http://schemas.openxmlformats.org/officeDocument/2006/relationships/image" Target="../media/image_544F8FF4.jpeg"/><Relationship Id="rId1" Type="http://schemas.openxmlformats.org/officeDocument/2006/relationships/slideMaster" Target="../slideMasters/slideMaster_80000000_74A254C3.xml"/></Relationships>
</file>

<file path=ppt/slideLayouts/_rels/slideLayout_80000021_F1A9626B.xml.rels><?xml version="1.0" encoding="UTF-8" standalone="yes"?>
<Relationships xmlns="http://schemas.openxmlformats.org/package/2006/relationships"><Relationship Id="rId2" Type="http://schemas.openxmlformats.org/officeDocument/2006/relationships/image" Target="../media/image_15F9C752.jpeg"/><Relationship Id="rId1" Type="http://schemas.openxmlformats.org/officeDocument/2006/relationships/slideMaster" Target="../slideMasters/slideMaster_80000000_74A254C3.xml"/></Relationships>
</file>

<file path=ppt/slideLayouts/_rels/slideLayout_80000022_485FD784.xml.rels><?xml version="1.0" encoding="UTF-8" standalone="yes"?>
<Relationships xmlns="http://schemas.openxmlformats.org/package/2006/relationships"><Relationship Id="rId2" Type="http://schemas.openxmlformats.org/officeDocument/2006/relationships/image" Target="../media/image_15F9C752.jpeg"/><Relationship Id="rId1" Type="http://schemas.openxmlformats.org/officeDocument/2006/relationships/slideMaster" Target="../slideMasters/slideMaster_80000000_74A254C3.xml"/></Relationships>
</file>

<file path=ppt/slideLayouts/_rels/slideLayout_80000023_368B342C.xml.rels><?xml version="1.0" encoding="UTF-8" standalone="yes"?>
<Relationships xmlns="http://schemas.openxmlformats.org/package/2006/relationships"><Relationship Id="rId2" Type="http://schemas.openxmlformats.org/officeDocument/2006/relationships/image" Target="../media/image_15F9C752.jpeg"/><Relationship Id="rId1" Type="http://schemas.openxmlformats.org/officeDocument/2006/relationships/slideMaster" Target="../slideMasters/slideMaster_80000000_74A254C3.xml"/></Relationships>
</file>

<file path=ppt/slideLayouts/_rels/slideLayout_80000024_5D8A8222.xml.rels><?xml version="1.0" encoding="UTF-8" standalone="yes"?>
<Relationships xmlns="http://schemas.openxmlformats.org/package/2006/relationships"><Relationship Id="rId2" Type="http://schemas.openxmlformats.org/officeDocument/2006/relationships/image" Target="../media/image_15F9C752.jpeg"/><Relationship Id="rId1" Type="http://schemas.openxmlformats.org/officeDocument/2006/relationships/slideMaster" Target="../slideMasters/slideMaster_80000000_74A254C3.xml"/></Relationships>
</file>

<file path=ppt/slideLayouts/_rels/slideLayout_80000025_D514CBD0.xml.rels><?xml version="1.0" encoding="UTF-8" standalone="yes"?>
<Relationships xmlns="http://schemas.openxmlformats.org/package/2006/relationships"><Relationship Id="rId2" Type="http://schemas.openxmlformats.org/officeDocument/2006/relationships/image" Target="../media/image_59DF94DF.jpeg"/><Relationship Id="rId1" Type="http://schemas.openxmlformats.org/officeDocument/2006/relationships/slideMaster" Target="../slideMasters/slideMaster_80000000_74A254C3.xml"/></Relationships>
</file>

<file path=ppt/slideLayouts/_rels/slideLayout_80000026_62F7ADD7.xml.rels><?xml version="1.0" encoding="UTF-8" standalone="yes"?>
<Relationships xmlns="http://schemas.openxmlformats.org/package/2006/relationships"><Relationship Id="rId2" Type="http://schemas.openxmlformats.org/officeDocument/2006/relationships/image" Target="../media/image_59DF94DF.jpeg"/><Relationship Id="rId1" Type="http://schemas.openxmlformats.org/officeDocument/2006/relationships/slideMaster" Target="../slideMasters/slideMaster_80000000_74A254C3.xml"/></Relationships>
</file>

<file path=ppt/slideLayouts/_rels/slideLayout_80000027_DEE49F37.xml.rels><?xml version="1.0" encoding="UTF-8" standalone="yes"?>
<Relationships xmlns="http://schemas.openxmlformats.org/package/2006/relationships"><Relationship Id="rId2" Type="http://schemas.openxmlformats.org/officeDocument/2006/relationships/image" Target="../media/image_59DF94DF.jpeg"/><Relationship Id="rId1" Type="http://schemas.openxmlformats.org/officeDocument/2006/relationships/slideMaster" Target="../slideMasters/slideMaster_80000000_74A254C3.xml"/></Relationships>
</file>

<file path=ppt/slideLayouts/_rels/slideLayout_80000028_D899B56.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74A254C3.xml"/></Relationships>
</file>

<file path=ppt/slideLayouts/_rels/slideLayout_80000029_66FDB913.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74A254C3.xml"/></Relationships>
</file>

<file path=ppt/slideLayouts/_rels/slideLayout_80000030_E141D175.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74A254C3.xml"/></Relationships>
</file>

<file path=ppt/slideLayouts/_rels/slideLayout_80000031_100CD1F7.xml.rels><?xml version="1.0" encoding="UTF-8" standalone="yes"?>
<Relationships xmlns="http://schemas.openxmlformats.org/package/2006/relationships"><Relationship Id="rId2" Type="http://schemas.openxmlformats.org/officeDocument/2006/relationships/image" Target="../media/image_9AA3F5C8.jpeg"/><Relationship Id="rId1" Type="http://schemas.openxmlformats.org/officeDocument/2006/relationships/slideMaster" Target="../slideMasters/slideMaster_80000000_74A254C3.xml"/></Relationships>
</file>

<file path=ppt/slideLayouts/_rels/slideLayout_80000032_453D70AD.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3_2C4BF4AD.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4_33FF49F4.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5_F72CE54A.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6_11352F4B.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7_9A26C76E.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8_BC2C2D30.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39_78E74E31.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40_9677907F.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41_E9E2F.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42_984F1233.xml.rels><?xml version="1.0" encoding="UTF-8" standalone="yes"?>
<Relationships xmlns="http://schemas.openxmlformats.org/package/2006/relationships"><Relationship Id="rId2" Type="http://schemas.openxmlformats.org/officeDocument/2006/relationships/image" Target="../media/image_AE0091C3.jpeg"/><Relationship Id="rId1" Type="http://schemas.openxmlformats.org/officeDocument/2006/relationships/slideMaster" Target="../slideMasters/slideMaster_80000000_74A254C3.xml"/></Relationships>
</file>

<file path=ppt/slideLayouts/_rels/slideLayout_80000043_860414B7.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_rels/slideLayout_80000044_135C786C.xml.rels><?xml version="1.0" encoding="UTF-8" standalone="yes"?>
<Relationships xmlns="http://schemas.openxmlformats.org/package/2006/relationships"><Relationship Id="rId1" Type="http://schemas.openxmlformats.org/officeDocument/2006/relationships/slideMaster" Target="../slideMasters/slideMaster_80000000_74A254C3.xml"/></Relationships>
</file>

<file path=ppt/slideLayouts/slideLayout_8000000A_B8413FBC.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091283900"/>
      </p:ext>
    </p:extLst>
  </p:cSld>
  <p:clrMapOvr>
    <a:masterClrMapping/>
  </p:clrMapOvr>
</p:sldLayout>
</file>

<file path=ppt/slideLayouts/slideLayout_8000000B_B999DDA9.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23192" y="921782"/>
            <a:ext cx="8012703" cy="1463040"/>
          </a:xfrm>
        </p:spPr>
        <p:txBody>
          <a:bodyPr anchor="b">
            <a:noAutofit/>
          </a:bodyPr>
          <a:lstStyle>
            <a:lvl1pPr algn="l">
              <a:defRPr sz="60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23192" y="2533094"/>
            <a:ext cx="8012694" cy="3689909"/>
          </a:xfrm>
        </p:spPr>
        <p:txBody>
          <a:bodyPr anchor="t" anchorCtr="0">
            <a:normAutofit/>
          </a:bodyPr>
          <a:lstStyle>
            <a:lvl1pPr marL="0" indent="0" algn="l">
              <a:buFont typeface="Arial" panose="020B0604020202020204" pitchFamily="34" charset="0"/>
              <a:buNone/>
              <a:defRPr sz="1800">
                <a:solidFill>
                  <a:schemeClr val="tx1"/>
                </a:solidFill>
              </a:defRPr>
            </a:lvl1pPr>
            <a:lvl2pPr algn="l">
              <a:defRPr sz="1600">
                <a:solidFill>
                  <a:schemeClr val="tx1"/>
                </a:solidFill>
              </a:defRPr>
            </a:lvl2pPr>
            <a:lvl3pPr algn="l">
              <a:defRPr sz="1400">
                <a:solidFill>
                  <a:schemeClr val="tx1"/>
                </a:solidFill>
              </a:defRPr>
            </a:lvl3pPr>
            <a:lvl4pPr algn="l">
              <a:defRPr sz="1200">
                <a:solidFill>
                  <a:schemeClr val="tx1"/>
                </a:solidFill>
              </a:defRPr>
            </a:lvl4pPr>
            <a:lvl5pPr algn="l">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8A60B404-9532-4DA8-8A40-EC339A5BE635}" type="datetime1">
              <a:rPr lang="en-US" smtClean="0"/>
              <a:pPr/>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8" name="Straight Connector 7">
            <a:extLst>
              <a:ext uri="{FF2B5EF4-FFF2-40B4-BE49-F238E27FC236}">
                <a16:creationId xmlns:a16="http://schemas.microsoft.com/office/drawing/2014/main" id="{B899D92D-13BB-E0E1-DD69-482838D5372B}"/>
              </a:ext>
              <a:ext uri="{C183D7F6-B498-43B3-948B-1728B52AA6E4}">
                <adec:decorative xmlns:adec="http://schemas.microsoft.com/office/drawing/2017/decorative" val="1"/>
              </a:ext>
            </a:extLst>
          </p:cNvPr>
          <p:cNvCxnSpPr>
            <a:cxnSpLocks/>
          </p:cNvCxnSpPr>
          <p:nvPr userDrawn="1"/>
        </p:nvCxnSpPr>
        <p:spPr>
          <a:xfrm>
            <a:off x="1066880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3868713"/>
      </p:ext>
    </p:extLst>
  </p:cSld>
  <p:clrMapOvr>
    <a:masterClrMapping/>
  </p:clrMapOvr>
</p:sldLayout>
</file>

<file path=ppt/slideLayouts/slideLayout_8000001A_392F7B6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38200" y="365760"/>
            <a:ext cx="1051560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3196D68-1BE9-332F-CE83-CA191A09639C}"/>
              </a:ext>
            </a:extLst>
          </p:cNvPr>
          <p:cNvSpPr>
            <a:spLocks noGrp="1"/>
          </p:cNvSpPr>
          <p:nvPr>
            <p:ph sz="quarter" idx="13"/>
          </p:nvPr>
        </p:nvSpPr>
        <p:spPr>
          <a:xfrm>
            <a:off x="838200" y="2395538"/>
            <a:ext cx="10515600" cy="4097337"/>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990E4242-8CA0-457D-B3B1-7D78B4164321}"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959413092"/>
      </p:ext>
    </p:extLst>
  </p:cSld>
  <p:clrMapOvr>
    <a:masterClrMapping/>
  </p:clrMapOvr>
</p:sldLayout>
</file>

<file path=ppt/slideLayouts/slideLayout_8000001B_748A0BF4.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3102182"/>
            <a:ext cx="4325112" cy="2459736"/>
          </a:xfrm>
        </p:spPr>
        <p:txBody>
          <a:bodyPr anchor="b" anchorCtr="0"/>
          <a:lstStyle>
            <a:lvl1pPr marL="0" indent="0">
              <a:buNone/>
              <a:defRPr>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85800" indent="0">
              <a:buNone/>
              <a:defRPr sz="14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F53D6F41-6645-4089-A6BB-7B692A44A4CC}"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955204084"/>
      </p:ext>
    </p:extLst>
  </p:cSld>
  <p:clrMapOvr>
    <a:masterClrMapping/>
  </p:clrMapOvr>
</p:sldLayout>
</file>

<file path=ppt/slideLayouts/slideLayout_8000001C_A5E5724E.xml><?xml version="1.0" encoding="utf-8"?>
<p:sldLayout xmlns:a="http://schemas.openxmlformats.org/drawingml/2006/main" xmlns:r="http://schemas.openxmlformats.org/officeDocument/2006/relationships" xmlns:p="http://schemas.openxmlformats.org/presentationml/2006/main" showMasterSp="0"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258B73AF-3955-4569-8B4F-B329360A9CBD}"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3277646"/>
      </p:ext>
    </p:extLst>
  </p:cSld>
  <p:clrMapOvr>
    <a:masterClrMapping/>
  </p:clrMapOvr>
</p:sldLayout>
</file>

<file path=ppt/slideLayouts/slideLayout_8000001D_30D56B7A.xml><?xml version="1.0" encoding="utf-8"?>
<p:sldLayout xmlns:a="http://schemas.openxmlformats.org/drawingml/2006/main" xmlns:r="http://schemas.openxmlformats.org/officeDocument/2006/relationships" xmlns:p="http://schemas.openxmlformats.org/presentationml/2006/main" showMasterSp="0"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358617"/>
            <a:ext cx="4145582" cy="4818062"/>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723954" y="841248"/>
            <a:ext cx="5681662" cy="4818062"/>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695276D-BBED-48BC-B459-1E9A16CF46CD}"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7E04C821-A160-CE80-AFE2-D2549F9F2A41}"/>
              </a:ext>
              <a:ext uri="{C183D7F6-B498-43B3-948B-1728B52AA6E4}">
                <adec:decorative xmlns:adec="http://schemas.microsoft.com/office/drawing/2017/decorative" val="1"/>
              </a:ext>
            </a:extLst>
          </p:cNvPr>
          <p:cNvCxnSpPr>
            <a:cxnSpLocks/>
          </p:cNvCxnSpPr>
          <p:nvPr userDrawn="1"/>
        </p:nvCxnSpPr>
        <p:spPr>
          <a:xfrm flipV="1">
            <a:off x="525011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293050"/>
      </p:ext>
    </p:extLst>
  </p:cSld>
  <p:clrMapOvr>
    <a:masterClrMapping/>
  </p:clrMapOvr>
</p:sldLayout>
</file>

<file path=ppt/slideLayouts/slideLayout_8000001E_386B076.xml><?xml version="1.0" encoding="utf-8"?>
<p:sldLayout xmlns:a="http://schemas.openxmlformats.org/drawingml/2006/main" xmlns:r="http://schemas.openxmlformats.org/officeDocument/2006/relationships" xmlns:p="http://schemas.openxmlformats.org/presentationml/2006/main" showMasterSp="0"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B0ADC593-EA98-4C39-A75F-3F3A9C691019}"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158646"/>
      </p:ext>
    </p:extLst>
  </p:cSld>
  <p:clrMapOvr>
    <a:masterClrMapping/>
  </p:clrMapOvr>
</p:sldLayout>
</file>

<file path=ppt/slideLayouts/slideLayout_8000001F_3584D2CD.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r>
              <a:rPr lang="en-US"/>
              <a:t>Sample Footer Text</a:t>
            </a:r>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userDrawn="1"/>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7897165"/>
      </p:ext>
    </p:extLst>
  </p:cSld>
  <p:clrMapOvr>
    <a:masterClrMapping/>
  </p:clrMapOvr>
</p:sldLayout>
</file>

<file path=ppt/slideLayouts/slideLayout_8000002A_CA6BACD7.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ADC8C146-0A20-4029-98D5-9A42EEDF8B24}"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6054231"/>
      </p:ext>
    </p:extLst>
  </p:cSld>
  <p:clrMapOvr>
    <a:masterClrMapping/>
  </p:clrMapOvr>
</p:sldLayout>
</file>

<file path=ppt/slideLayouts/slideLayout_8000002B_AE80DC77.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162317"/>
            <a:ext cx="2953618" cy="1892808"/>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3" name="Straight Connector 2">
            <a:extLst>
              <a:ext uri="{FF2B5EF4-FFF2-40B4-BE49-F238E27FC236}">
                <a16:creationId xmlns:a16="http://schemas.microsoft.com/office/drawing/2014/main" id="{2405500C-1C2B-4DBE-7BD5-6BEE65AA2531}"/>
              </a:ext>
              <a:ext uri="{C183D7F6-B498-43B3-948B-1728B52AA6E4}">
                <adec:decorative xmlns:adec="http://schemas.microsoft.com/office/drawing/2017/decorative" val="1"/>
              </a:ext>
            </a:extLst>
          </p:cNvPr>
          <p:cNvCxnSpPr>
            <a:cxnSpLocks/>
          </p:cNvCxnSpPr>
          <p:nvPr/>
        </p:nvCxnSpPr>
        <p:spPr>
          <a:xfrm flipH="1">
            <a:off x="0" y="37843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ooter Placeholder 9">
            <a:extLst>
              <a:ext uri="{FF2B5EF4-FFF2-40B4-BE49-F238E27FC236}">
                <a16:creationId xmlns:a16="http://schemas.microsoft.com/office/drawing/2014/main" id="{EFC0BAFC-A983-7661-7BE4-9CB4E1AAE80B}"/>
              </a:ext>
            </a:extLst>
          </p:cNvPr>
          <p:cNvSpPr>
            <a:spLocks noGrp="1"/>
          </p:cNvSpPr>
          <p:nvPr>
            <p:ph type="ftr" sz="quarter" idx="16"/>
          </p:nvPr>
        </p:nvSpPr>
        <p:spPr>
          <a:xfrm rot="16200000" flipH="1">
            <a:off x="-923978" y="5259333"/>
            <a:ext cx="2559157" cy="365125"/>
          </a:xfrm>
        </p:spPr>
        <p:txBody>
          <a:body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840480" y="4162318"/>
            <a:ext cx="7589520" cy="2240280"/>
          </a:xfrm>
        </p:spPr>
        <p:txBody>
          <a:bodyPr>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73E16F8-613D-6FF2-3AAE-FB4255DC1EF7}"/>
              </a:ext>
            </a:extLst>
          </p:cNvPr>
          <p:cNvSpPr>
            <a:spLocks noGrp="1"/>
          </p:cNvSpPr>
          <p:nvPr>
            <p:ph type="dt" sz="half" idx="15"/>
          </p:nvPr>
        </p:nvSpPr>
        <p:spPr/>
        <p:txBody>
          <a:bodyPr/>
          <a:lstStyle/>
          <a:p>
            <a:fld id="{7FA43F5B-065E-43CE-B3FD-98C48A6F94D7}" type="datetime1">
              <a:rPr lang="en-US" smtClean="0"/>
              <a:t/>
            </a:fld>
            <a:endParaRPr lang="en-US"/>
          </a:p>
        </p:txBody>
      </p:sp>
      <p:sp>
        <p:nvSpPr>
          <p:cNvPr id="12" name="Slide Number Placeholder 11">
            <a:extLst>
              <a:ext uri="{FF2B5EF4-FFF2-40B4-BE49-F238E27FC236}">
                <a16:creationId xmlns:a16="http://schemas.microsoft.com/office/drawing/2014/main" id="{64EC89D4-F3C3-252D-E57A-D34A76D8BD1E}"/>
              </a:ext>
            </a:extLst>
          </p:cNvPr>
          <p:cNvSpPr>
            <a:spLocks noGrp="1"/>
          </p:cNvSpPr>
          <p:nvPr>
            <p:ph type="sldNum" sz="quarter" idx="17"/>
          </p:nvPr>
        </p:nvSpPr>
        <p:spPr>
          <a:xfrm>
            <a:off x="11512296" y="6356350"/>
            <a:ext cx="574620" cy="365125"/>
          </a:xfrm>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2927680631"/>
      </p:ext>
    </p:extLst>
  </p:cSld>
  <p:clrMapOvr>
    <a:masterClrMapping/>
  </p:clrMapOvr>
</p:sldLayout>
</file>

<file path=ppt/slideLayouts/slideLayout_8000002C_36AEF731.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813647"/>
            <a:ext cx="2953618" cy="1892808"/>
          </a:xfrm>
        </p:spPr>
        <p:txBody>
          <a:bodyPr anchor="b" anchorCtr="0">
            <a:normAutofit/>
          </a:bodyPr>
          <a:lstStyle>
            <a:lvl1pPr>
              <a:defRPr sz="320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D1C5DDB1-0680-6692-8E8B-F9D50E915262}"/>
              </a:ext>
            </a:extLst>
          </p:cNvPr>
          <p:cNvSpPr>
            <a:spLocks noGrp="1"/>
          </p:cNvSpPr>
          <p:nvPr>
            <p:ph type="ftr" sz="quarter" idx="16"/>
          </p:nvPr>
        </p:nvSpPr>
        <p:spPr>
          <a:xfrm rot="16200000" flipH="1">
            <a:off x="-853249" y="1315045"/>
            <a:ext cx="2417698"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66175"/>
            <a:ext cx="7409228" cy="2240280"/>
          </a:xfrm>
        </p:spPr>
        <p:txBody>
          <a:bodyPr anchor="b" anchorCtr="0">
            <a:noAutofit/>
          </a:bodyPr>
          <a:lstStyle>
            <a:lvl1pPr marL="0" indent="0">
              <a:buFont typeface="Arial" panose="020B0604020202020204" pitchFamily="34" charset="0"/>
              <a:buNone/>
              <a:defRPr sz="1800">
                <a:solidFill>
                  <a:schemeClr val="tx1"/>
                </a:solidFill>
              </a:defRPr>
            </a:lvl1pPr>
            <a:lvl2pPr marL="514350" indent="-285750">
              <a:buFont typeface="Arial" panose="020B0604020202020204" pitchFamily="34" charset="0"/>
              <a:buChar char="•"/>
              <a:defRPr sz="1600">
                <a:solidFill>
                  <a:schemeClr val="tx1"/>
                </a:solidFill>
              </a:defRPr>
            </a:lvl2pPr>
            <a:lvl3pPr marL="742950" indent="-285750">
              <a:buFont typeface="Arial" panose="020B0604020202020204" pitchFamily="34" charset="0"/>
              <a:buChar char="•"/>
              <a:defRPr sz="1400">
                <a:solidFill>
                  <a:schemeClr val="tx1"/>
                </a:solidFill>
              </a:defRPr>
            </a:lvl3pPr>
            <a:lvl4pPr marL="857250" indent="-171450">
              <a:buFont typeface="Arial" panose="020B0604020202020204" pitchFamily="34" charset="0"/>
              <a:buChar char="•"/>
              <a:defRPr sz="1200">
                <a:solidFill>
                  <a:schemeClr val="tx1"/>
                </a:solidFill>
              </a:defRPr>
            </a:lvl4pPr>
            <a:lvl5pPr marL="1085850" indent="-171450">
              <a:buFont typeface="Arial" panose="020B0604020202020204" pitchFamily="34" charset="0"/>
              <a:buChar char="•"/>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65DF332-3FBA-2C89-59F5-FA1778C4985A}"/>
              </a:ext>
            </a:extLst>
          </p:cNvPr>
          <p:cNvSpPr>
            <a:spLocks noGrp="1"/>
          </p:cNvSpPr>
          <p:nvPr>
            <p:ph type="dt" sz="half" idx="15"/>
          </p:nvPr>
        </p:nvSpPr>
        <p:spPr>
          <a:xfrm rot="5400000">
            <a:off x="10902234" y="1160706"/>
            <a:ext cx="1754184" cy="365125"/>
          </a:xfrm>
        </p:spPr>
        <p:txBody>
          <a:bodyPr/>
          <a:lstStyle>
            <a:lvl1pPr>
              <a:defRPr>
                <a:solidFill>
                  <a:schemeClr val="tx1"/>
                </a:solidFill>
              </a:defRPr>
            </a:lvl1pPr>
          </a:lstStyle>
          <a:p>
            <a:fld id="{7FA43F5B-065E-43CE-B3FD-98C48A6F94D7}" type="datetime1">
              <a:rPr lang="en-US" smtClean="0"/>
              <a:pPr/>
              <a:t/>
            </a:fld>
            <a:endParaRPr lang="en-US"/>
          </a:p>
        </p:txBody>
      </p:sp>
      <p:sp>
        <p:nvSpPr>
          <p:cNvPr id="9" name="Slide Number Placeholder 8">
            <a:extLst>
              <a:ext uri="{FF2B5EF4-FFF2-40B4-BE49-F238E27FC236}">
                <a16:creationId xmlns:a16="http://schemas.microsoft.com/office/drawing/2014/main" id="{BB9E9CA5-FE3A-8B3B-FD85-EEC977EA262E}"/>
              </a:ext>
            </a:extLst>
          </p:cNvPr>
          <p:cNvSpPr>
            <a:spLocks noGrp="1"/>
          </p:cNvSpPr>
          <p:nvPr>
            <p:ph type="sldNum" sz="quarter" idx="17"/>
          </p:nvPr>
        </p:nvSpPr>
        <p:spPr>
          <a:xfrm>
            <a:off x="11512296" y="2353708"/>
            <a:ext cx="574620" cy="365125"/>
          </a:xfrm>
        </p:spPr>
        <p:txBody>
          <a:bodyPr/>
          <a:lstStyle>
            <a:lvl1pPr>
              <a:defRPr>
                <a:solidFill>
                  <a:schemeClr val="tx1"/>
                </a:solidFill>
              </a:defRPr>
            </a:lvl1pPr>
          </a:lstStyle>
          <a:p>
            <a:fld id="{2DE90F28-AFBB-4AB2-AA79-6D3F72ED131B}" type="slidenum">
              <a:rPr lang="en-US" smtClean="0"/>
              <a:pPr/>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3079730"/>
            <a:ext cx="12192000" cy="377827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98916A20-C6D4-6297-2A89-F60B0B6DAF9A}"/>
              </a:ext>
              <a:ext uri="{C183D7F6-B498-43B3-948B-1728B52AA6E4}">
                <adec:decorative xmlns:adec="http://schemas.microsoft.com/office/drawing/2017/decorative" val="1"/>
              </a:ext>
            </a:extLst>
          </p:cNvPr>
          <p:cNvCxnSpPr>
            <a:cxnSpLocks/>
          </p:cNvCxnSpPr>
          <p:nvPr userDrawn="1"/>
        </p:nvCxnSpPr>
        <p:spPr>
          <a:xfrm flipH="1">
            <a:off x="0" y="3071719"/>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7436209"/>
      </p:ext>
    </p:extLst>
  </p:cSld>
  <p:clrMapOvr>
    <a:masterClrMapping/>
  </p:clrMapOvr>
</p:sldLayout>
</file>

<file path=ppt/slideLayouts/slideLayout_8000002D_C3066215.xml><?xml version="1.0" encoding="utf-8"?>
<p:sldLayout xmlns:a="http://schemas.openxmlformats.org/drawingml/2006/main" xmlns:r="http://schemas.openxmlformats.org/officeDocument/2006/relationships" xmlns:p="http://schemas.openxmlformats.org/presentationml/2006/main" showMasterSp="0"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5577840"/>
            <a:ext cx="10972802" cy="970463"/>
          </a:xfrm>
        </p:spPr>
        <p:txBody>
          <a:bodyPr anchor="t" anchorCtr="0"/>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F715F3DA-3DCE-67E6-E94C-48C96A36C98B}"/>
              </a:ext>
            </a:extLst>
          </p:cNvPr>
          <p:cNvSpPr>
            <a:spLocks noGrp="1"/>
          </p:cNvSpPr>
          <p:nvPr>
            <p:ph type="pic" sz="quarter" idx="13" hasCustomPrompt="1"/>
          </p:nvPr>
        </p:nvSpPr>
        <p:spPr>
          <a:xfrm>
            <a:off x="640080" y="365760"/>
            <a:ext cx="5898743" cy="4425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6950303" y="365760"/>
            <a:ext cx="4571137" cy="4428871"/>
          </a:xfrm>
        </p:spPr>
        <p:txBody>
          <a:bodyPr anchor="b" anchorCtr="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766791B-F730-470C-BD5E-FFF8D449589F}"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F5EDA098-8E4B-3EB1-646C-4227A3202019}"/>
              </a:ext>
              <a:ext uri="{C183D7F6-B498-43B3-948B-1728B52AA6E4}">
                <adec:decorative xmlns:adec="http://schemas.microsoft.com/office/drawing/2017/decorative" val="1"/>
              </a:ext>
            </a:extLst>
          </p:cNvPr>
          <p:cNvCxnSpPr>
            <a:cxnSpLocks/>
          </p:cNvCxnSpPr>
          <p:nvPr userDrawn="1"/>
        </p:nvCxnSpPr>
        <p:spPr>
          <a:xfrm flipH="1">
            <a:off x="0" y="521208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1975445"/>
      </p:ext>
    </p:extLst>
  </p:cSld>
  <p:clrMapOvr>
    <a:masterClrMapping/>
  </p:clrMapOvr>
</p:sldLayout>
</file>

<file path=ppt/slideLayouts/slideLayout_8000002E_2323B3B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userDrawn="1"/>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9542327"/>
      </p:ext>
    </p:extLst>
  </p:cSld>
  <p:clrMapOvr>
    <a:masterClrMapping/>
  </p:clrMapOvr>
</p:sldLayout>
</file>

<file path=ppt/slideLayouts/slideLayout_8000002F_531C7512.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7">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8B008C-A5E8-826A-5F68-E2A4C542B6F6}"/>
              </a:ext>
            </a:extLst>
          </p:cNvPr>
          <p:cNvSpPr>
            <a:spLocks noGrp="1"/>
          </p:cNvSpPr>
          <p:nvPr>
            <p:ph type="title"/>
          </p:nvPr>
        </p:nvSpPr>
        <p:spPr>
          <a:xfrm>
            <a:off x="731520" y="320040"/>
            <a:ext cx="10780776" cy="932688"/>
          </a:xfrm>
        </p:spPr>
        <p:txBody>
          <a:bodyPr anchor="b"/>
          <a:lstStyle>
            <a:lvl1pP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1816163"/>
            <a:ext cx="3920691" cy="4540188"/>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49516" y="1812758"/>
            <a:ext cx="6349381" cy="454018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D73859A7-84EB-4384-87AF-59CC16704CF8}"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394373906"/>
      </p:ext>
    </p:extLst>
  </p:cSld>
  <p:clrMapOvr>
    <a:masterClrMapping/>
  </p:clrMapOvr>
</p:sldLayout>
</file>

<file path=ppt/slideLayouts/slideLayout_8000003A_780969F.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userDrawn="1"/>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258676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B_7A896220.xml><?xml version="1.0" encoding="utf-8"?>
<p:sldLayout xmlns:a="http://schemas.openxmlformats.org/drawingml/2006/main" xmlns:r="http://schemas.openxmlformats.org/officeDocument/2006/relationships" xmlns:p="http://schemas.openxmlformats.org/presentationml/2006/main" showMasterSp="0" preserve="1" userDrawn="1">
  <p:cSld name="Quote 2">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3008E7D-CE80-FED6-37C3-0C80349764CF}"/>
              </a:ext>
            </a:extLst>
          </p:cNvPr>
          <p:cNvSpPr>
            <a:spLocks noGrp="1"/>
          </p:cNvSpPr>
          <p:nvPr>
            <p:ph type="title" hasCustomPrompt="1"/>
          </p:nvPr>
        </p:nvSpPr>
        <p:spPr>
          <a:xfrm>
            <a:off x="2057386" y="5349240"/>
            <a:ext cx="9052559" cy="466344"/>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solidFill>
                  <a:schemeClr val="tx1"/>
                </a:solidFill>
              </a:defRPr>
            </a:lvl1pPr>
          </a:lstStyle>
          <a:p>
            <a:r>
              <a:rPr lang="en-US"/>
              <a:t>Sample Footer Text</a:t>
            </a:r>
          </a:p>
        </p:txBody>
      </p:sp>
      <p:sp>
        <p:nvSpPr>
          <p:cNvPr id="10" name="Content Placeholder 12">
            <a:extLst>
              <a:ext uri="{FF2B5EF4-FFF2-40B4-BE49-F238E27FC236}">
                <a16:creationId xmlns:a16="http://schemas.microsoft.com/office/drawing/2014/main" id="{4858928B-5A9F-47D7-A728-92043F9C616D}"/>
              </a:ext>
            </a:extLst>
          </p:cNvPr>
          <p:cNvSpPr>
            <a:spLocks noGrp="1"/>
          </p:cNvSpPr>
          <p:nvPr>
            <p:ph sz="quarter" idx="15" hasCustomPrompt="1"/>
          </p:nvPr>
        </p:nvSpPr>
        <p:spPr>
          <a:xfrm>
            <a:off x="2057387" y="1344168"/>
            <a:ext cx="9052559" cy="3291840"/>
          </a:xfrm>
        </p:spPr>
        <p:txBody>
          <a:bodyPr anchor="ctr">
            <a:normAutofit/>
          </a:bodyPr>
          <a:lstStyle>
            <a:lvl1pPr>
              <a:lnSpc>
                <a:spcPct val="100000"/>
              </a:lnSpc>
              <a:spcBef>
                <a:spcPts val="0"/>
              </a:spcBef>
              <a:defRPr sz="54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solidFill>
                  <a:schemeClr val="tx1"/>
                </a:solidFill>
              </a:defRPr>
            </a:lvl1pPr>
          </a:lstStyle>
          <a:p>
            <a:fld id="{29247CA6-BC1D-429A-A289-4E939E49554A}"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solidFill>
                  <a:schemeClr val="tx1"/>
                </a:solidFill>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58239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C_BFA67F37.xml><?xml version="1.0" encoding="utf-8"?>
<p:sldLayout xmlns:a="http://schemas.openxmlformats.org/drawingml/2006/main" xmlns:r="http://schemas.openxmlformats.org/officeDocument/2006/relationships" xmlns:p="http://schemas.openxmlformats.org/presentationml/2006/main" showMasterSp="0" preserve="1" userDrawn="1">
  <p:cSld name="Quot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9CADAEB-D17D-F975-9A7E-9ECADE7C15A6}"/>
              </a:ext>
            </a:extLst>
          </p:cNvPr>
          <p:cNvSpPr>
            <a:spLocks noGrp="1"/>
          </p:cNvSpPr>
          <p:nvPr>
            <p:ph type="title" hasCustomPrompt="1"/>
          </p:nvPr>
        </p:nvSpPr>
        <p:spPr>
          <a:xfrm>
            <a:off x="914398" y="5529263"/>
            <a:ext cx="8961121" cy="977900"/>
          </a:xfrm>
        </p:spPr>
        <p:txBody>
          <a:bodyPr anchor="ctr">
            <a:normAutofit/>
          </a:bodyPr>
          <a:lstStyle>
            <a:lvl1pPr>
              <a:defRPr sz="180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lgn="l" rtl="1">
              <a:defRPr/>
            </a:lvl1pPr>
          </a:lstStyle>
          <a:p>
            <a:r>
              <a:rPr lang="en-US"/>
              <a:t>Sample Footer Text</a:t>
            </a:r>
          </a:p>
        </p:txBody>
      </p:sp>
      <p:sp>
        <p:nvSpPr>
          <p:cNvPr id="13" name="Content Placeholder 12">
            <a:extLst>
              <a:ext uri="{FF2B5EF4-FFF2-40B4-BE49-F238E27FC236}">
                <a16:creationId xmlns:a16="http://schemas.microsoft.com/office/drawing/2014/main" id="{E77C66A4-AAA2-6143-2AAE-5C8823111D3A}"/>
              </a:ext>
            </a:extLst>
          </p:cNvPr>
          <p:cNvSpPr>
            <a:spLocks noGrp="1"/>
          </p:cNvSpPr>
          <p:nvPr>
            <p:ph sz="quarter" idx="15" hasCustomPrompt="1"/>
          </p:nvPr>
        </p:nvSpPr>
        <p:spPr>
          <a:xfrm>
            <a:off x="914400" y="1005839"/>
            <a:ext cx="8961438" cy="3751899"/>
          </a:xfrm>
        </p:spPr>
        <p:txBody>
          <a:bodyPr>
            <a:normAutofit/>
          </a:bodyPr>
          <a:lstStyle>
            <a:lvl1pPr>
              <a:lnSpc>
                <a:spcPct val="100000"/>
              </a:lnSpc>
              <a:spcBef>
                <a:spcPts val="0"/>
              </a:spcBef>
              <a:defRPr sz="6000" cap="all" baseline="0"/>
            </a:lvl1pPr>
          </a:lstStyle>
          <a:p>
            <a:pPr lvl="0"/>
            <a:r>
              <a:rPr lang="en-US"/>
              <a:t>Click to add Quote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lgn="l" rtl="1">
              <a:defRPr/>
            </a:lvl1pPr>
          </a:lstStyle>
          <a:p>
            <a:fld id="{DF8418BD-2BA9-41CB-AB89-625779A7563D}"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rtl="1">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05852FC1-DF85-9E04-E064-E263DDD72C88}"/>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535979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D_55C6236F.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9E765B10-D26A-480A-9509-A9831C5E60D8}" type="datetime1">
              <a:rPr lang="en-US" smtClean="0"/>
              <a:pPr/>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439048559"/>
      </p:ext>
    </p:extLst>
  </p:cSld>
  <p:clrMapOvr>
    <a:masterClrMapping/>
  </p:clrMapOvr>
</p:sldLayout>
</file>

<file path=ppt/slideLayouts/slideLayout_8000003E_5C561E3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5BCCB42A-67CE-499B-A4FA-7D4E4469B142}" type="datetime1">
              <a:rPr lang="en-US" smtClean="0"/>
              <a:pPr/>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549147705"/>
      </p:ext>
    </p:extLst>
  </p:cSld>
  <p:clrMapOvr>
    <a:masterClrMapping/>
  </p:clrMapOvr>
</p:sldLayout>
</file>

<file path=ppt/slideLayouts/slideLayout_8000003F_2F3CFA9B.xml><?xml version="1.0" encoding="utf-8"?>
<p:sldLayout xmlns:a="http://schemas.openxmlformats.org/drawingml/2006/main" xmlns:r="http://schemas.openxmlformats.org/officeDocument/2006/relationships" xmlns:p="http://schemas.openxmlformats.org/presentationml/2006/main" preserve="1" userDrawn="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EF9E5040-F7E0-40EC-B8E9-CED28200FAA3}" type="datetime1">
              <a:rPr lang="en-US" smtClean="0"/>
              <a:pPr/>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792525467"/>
      </p:ext>
    </p:extLst>
  </p:cSld>
  <p:clrMapOvr>
    <a:masterClrMapping/>
  </p:clrMapOvr>
</p:sldLayout>
</file>

<file path=ppt/slideLayouts/slideLayout_80000001_4777832C.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
            </a:fld>
            <a:endParaRPr lang="en-US"/>
          </a:p>
        </p:txBody>
      </p:sp>
    </p:spTree>
    <p:extLst>
      <p:ext uri="{BB962C8B-B14F-4D97-AF65-F5344CB8AC3E}">
        <p14:creationId xmlns:p14="http://schemas.microsoft.com/office/powerpoint/2010/main" val="119901470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670716B.xml><?xml version="1.0" encoding="utf-8"?>
<p:sldLayout xmlns:a="http://schemas.openxmlformats.org/drawingml/2006/main" xmlns:r="http://schemas.openxmlformats.org/officeDocument/2006/relationships" xmlns:p="http://schemas.openxmlformats.org/presentationml/2006/main" showMasterSp="0" preserve="1" userDrawn="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EEE6A364-A39C-470E-B89A-9BD899585684}"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08032363"/>
      </p:ext>
    </p:extLst>
  </p:cSld>
  <p:clrMapOvr>
    <a:masterClrMapping/>
  </p:clrMapOvr>
</p:sldLayout>
</file>

<file path=ppt/slideLayouts/slideLayout_80000003_61741091.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r>
              <a:rPr lang="en-US"/>
              <a:t>Sample Footer Text</a:t>
            </a:r>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7FA43F5B-065E-43CE-B3FD-98C48A6F94D7}" type="datetime1">
              <a:rPr lang="en-US" smtClean="0"/>
              <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userDrawn="1"/>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16349963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C5C1C50A.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5C3D1438-E7DE-BCF4-D0DD-97184D8B7208}"/>
              </a:ext>
            </a:extLst>
          </p:cNvPr>
          <p:cNvSpPr>
            <a:spLocks noGrp="1"/>
          </p:cNvSpPr>
          <p:nvPr>
            <p:ph type="title"/>
          </p:nvPr>
        </p:nvSpPr>
        <p:spPr>
          <a:xfrm>
            <a:off x="5909930" y="640097"/>
            <a:ext cx="4362148" cy="3474720"/>
          </a:xfrm>
        </p:spPr>
        <p:txBody>
          <a:bodyPr/>
          <a:lstStyle/>
          <a:p>
            <a:r>
              <a:rPr lang="en-US"/>
              <a:t>Click to edit Master title style</a:t>
            </a:r>
          </a:p>
        </p:txBody>
      </p:sp>
      <p:sp>
        <p:nvSpPr>
          <p:cNvPr id="14" name="Text Placeholder 15">
            <a:extLst>
              <a:ext uri="{FF2B5EF4-FFF2-40B4-BE49-F238E27FC236}">
                <a16:creationId xmlns:a16="http://schemas.microsoft.com/office/drawing/2014/main" id="{E9EB830E-59F9-793F-E2E7-110D033D7F86}"/>
              </a:ext>
            </a:extLst>
          </p:cNvPr>
          <p:cNvSpPr>
            <a:spLocks noGrp="1"/>
          </p:cNvSpPr>
          <p:nvPr>
            <p:ph type="body" sz="quarter" idx="17"/>
          </p:nvPr>
        </p:nvSpPr>
        <p:spPr>
          <a:xfrm>
            <a:off x="5909929" y="4818889"/>
            <a:ext cx="4206701" cy="1188720"/>
          </a:xfrm>
        </p:spPr>
        <p:txBody>
          <a:bodyPr anchor="t">
            <a:normAutofit/>
          </a:bodyPr>
          <a:lstStyle>
            <a:lvl1pPr algn="l">
              <a:defRPr sz="2000"/>
            </a:lvl1pPr>
          </a:lstStyle>
          <a:p>
            <a:pPr lvl="0"/>
            <a:r>
              <a:rPr lang="en-US"/>
              <a:t>Click to edit Master text styles</a:t>
            </a:r>
          </a:p>
        </p:txBody>
      </p:sp>
      <p:sp>
        <p:nvSpPr>
          <p:cNvPr id="9" name="Picture Placeholder 8">
            <a:extLst>
              <a:ext uri="{FF2B5EF4-FFF2-40B4-BE49-F238E27FC236}">
                <a16:creationId xmlns:a16="http://schemas.microsoft.com/office/drawing/2014/main" id="{2C9C23E6-AA65-EED1-FC7F-E4138D9D0DF7}"/>
              </a:ext>
            </a:extLst>
          </p:cNvPr>
          <p:cNvSpPr>
            <a:spLocks noGrp="1"/>
          </p:cNvSpPr>
          <p:nvPr>
            <p:ph type="pic" sz="quarter" idx="13" hasCustomPrompt="1"/>
          </p:nvPr>
        </p:nvSpPr>
        <p:spPr>
          <a:xfrm>
            <a:off x="0" y="0"/>
            <a:ext cx="5060950" cy="6858000"/>
          </a:xfrm>
          <a:blipFill dpi="0" rotWithShape="1">
            <a:blip r:embed="rId2">
              <a:alphaModFix amt="70000"/>
              <a:extLst>
                <a:ext uri="{28A0092B-C50C-407E-A947-70E740481C1C}">
                  <a14:useLocalDpi xmlns:a14="http://schemas.microsoft.com/office/drawing/2010/main" val="0"/>
                </a:ext>
              </a:extLst>
            </a:blip>
            <a:srcRect/>
            <a:stretch>
              <a:fillRect/>
            </a:stretch>
          </a:blipFill>
        </p:spPr>
        <p:txBody>
          <a:bodyPr/>
          <a:lstStyle/>
          <a:p>
            <a:r>
              <a:rPr lang="en-US"/>
              <a:t> </a:t>
            </a:r>
          </a:p>
        </p:txBody>
      </p:sp>
      <p:cxnSp>
        <p:nvCxnSpPr>
          <p:cNvPr id="7" name="Straight Connector 6">
            <a:extLst>
              <a:ext uri="{FF2B5EF4-FFF2-40B4-BE49-F238E27FC236}">
                <a16:creationId xmlns:a16="http://schemas.microsoft.com/office/drawing/2014/main" id="{63DCC7EC-EB64-3FA5-9B9F-4B65F8B35369}"/>
              </a:ext>
              <a:ext uri="{C183D7F6-B498-43B3-948B-1728B52AA6E4}">
                <adec:decorative xmlns:adec="http://schemas.microsoft.com/office/drawing/2017/decorative" val="1"/>
              </a:ext>
            </a:extLst>
          </p:cNvPr>
          <p:cNvCxnSpPr>
            <a:cxnSpLocks/>
          </p:cNvCxnSpPr>
          <p:nvPr userDrawn="1"/>
        </p:nvCxnSpPr>
        <p:spPr>
          <a:xfrm>
            <a:off x="506048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B5721EA9-D34D-C406-42C9-D1C3DC0550EB}"/>
              </a:ext>
            </a:extLst>
          </p:cNvPr>
          <p:cNvSpPr>
            <a:spLocks noGrp="1"/>
          </p:cNvSpPr>
          <p:nvPr>
            <p:ph type="dt" sz="half" idx="14"/>
          </p:nvPr>
        </p:nvSpPr>
        <p:spPr>
          <a:xfrm rot="5400000">
            <a:off x="10425981" y="4687095"/>
            <a:ext cx="2706690" cy="365125"/>
          </a:xfrm>
        </p:spPr>
        <p:txBody>
          <a:bodyPr/>
          <a:lstStyle/>
          <a:p>
            <a:fld id="{7FA43F5B-065E-43CE-B3FD-98C48A6F94D7}" type="datetime1">
              <a:rPr lang="en-US" smtClean="0"/>
              <a:pPr/>
              <a:t/>
            </a:fld>
            <a:endParaRPr lang="en-US"/>
          </a:p>
        </p:txBody>
      </p:sp>
      <p:sp>
        <p:nvSpPr>
          <p:cNvPr id="10" name="Footer Placeholder 9">
            <a:extLst>
              <a:ext uri="{FF2B5EF4-FFF2-40B4-BE49-F238E27FC236}">
                <a16:creationId xmlns:a16="http://schemas.microsoft.com/office/drawing/2014/main" id="{B8A451BA-6597-98CC-3A5A-099DB053853F}"/>
              </a:ext>
            </a:extLst>
          </p:cNvPr>
          <p:cNvSpPr>
            <a:spLocks noGrp="1"/>
          </p:cNvSpPr>
          <p:nvPr>
            <p:ph type="ftr" sz="quarter" idx="15"/>
          </p:nvPr>
        </p:nvSpPr>
        <p:spPr>
          <a:xfrm rot="16200000" flipH="1">
            <a:off x="10292565" y="1592957"/>
            <a:ext cx="2973522" cy="365125"/>
          </a:xfrm>
        </p:spPr>
        <p:txBody>
          <a:bodyPr/>
          <a:lstStyle/>
          <a:p>
            <a:r>
              <a:rPr lang="en-US"/>
              <a:t>Sample Footer Text</a:t>
            </a:r>
          </a:p>
        </p:txBody>
      </p:sp>
      <p:sp>
        <p:nvSpPr>
          <p:cNvPr id="11" name="Slide Number Placeholder 10">
            <a:extLst>
              <a:ext uri="{FF2B5EF4-FFF2-40B4-BE49-F238E27FC236}">
                <a16:creationId xmlns:a16="http://schemas.microsoft.com/office/drawing/2014/main" id="{ED98AED2-58CC-D8F4-37CF-06D4C6AE089B}"/>
              </a:ext>
            </a:extLst>
          </p:cNvPr>
          <p:cNvSpPr>
            <a:spLocks noGrp="1"/>
          </p:cNvSpPr>
          <p:nvPr>
            <p:ph type="sldNum" sz="quarter" idx="16"/>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3317810442"/>
      </p:ext>
    </p:extLst>
  </p:cSld>
  <p:clrMapOvr>
    <a:masterClrMapping/>
  </p:clrMapOvr>
</p:sldLayout>
</file>

<file path=ppt/slideLayouts/slideLayout_80000005_5343DA43.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4">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A23BF3C-9B75-66EF-8F1A-8B97381705BC}"/>
              </a:ext>
            </a:extLst>
          </p:cNvPr>
          <p:cNvSpPr>
            <a:spLocks noGrp="1"/>
          </p:cNvSpPr>
          <p:nvPr>
            <p:ph type="title"/>
          </p:nvPr>
        </p:nvSpPr>
        <p:spPr>
          <a:xfrm>
            <a:off x="838200" y="873764"/>
            <a:ext cx="4654296" cy="3739896"/>
          </a:xfrm>
        </p:spPr>
        <p:txBody>
          <a:bodyPr/>
          <a:lstStyle/>
          <a:p>
            <a:r>
              <a:rPr lang="en-US"/>
              <a:t>Click to edit Master title style</a:t>
            </a:r>
          </a:p>
        </p:txBody>
      </p:sp>
      <p:sp>
        <p:nvSpPr>
          <p:cNvPr id="7" name="Text Placeholder 15">
            <a:extLst>
              <a:ext uri="{FF2B5EF4-FFF2-40B4-BE49-F238E27FC236}">
                <a16:creationId xmlns:a16="http://schemas.microsoft.com/office/drawing/2014/main" id="{1B44AFE9-43F1-4797-1ECE-FD5190E5805A}"/>
              </a:ext>
            </a:extLst>
          </p:cNvPr>
          <p:cNvSpPr>
            <a:spLocks noGrp="1"/>
          </p:cNvSpPr>
          <p:nvPr>
            <p:ph type="body" sz="quarter" idx="17"/>
          </p:nvPr>
        </p:nvSpPr>
        <p:spPr>
          <a:xfrm>
            <a:off x="838201" y="4732531"/>
            <a:ext cx="4206240" cy="1380743"/>
          </a:xfrm>
        </p:spPr>
        <p:txBody>
          <a:bodyPr anchor="t">
            <a:normAutofit/>
          </a:bodyPr>
          <a:lstStyle>
            <a:lvl1pPr algn="l">
              <a:defRPr sz="2000"/>
            </a:lvl1pPr>
          </a:lstStyle>
          <a:p>
            <a:pPr lvl="0"/>
            <a:r>
              <a:rPr lang="en-US"/>
              <a:t>Click to edit Master text styles</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r>
              <a:rPr lang="en-US"/>
              <a:t>Sample Footer Text</a:t>
            </a:r>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5947472" y="854346"/>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223A58B4-E2D1-FBC8-004D-0E9EEBBE13DB}"/>
              </a:ext>
            </a:extLst>
          </p:cNvPr>
          <p:cNvSpPr>
            <a:spLocks noGrp="1"/>
          </p:cNvSpPr>
          <p:nvPr>
            <p:ph type="dt" sz="half" idx="10"/>
          </p:nvPr>
        </p:nvSpPr>
        <p:spPr>
          <a:xfrm rot="5400000">
            <a:off x="10425981" y="4687095"/>
            <a:ext cx="2706690" cy="365125"/>
          </a:xfrm>
        </p:spPr>
        <p:txBody>
          <a:bodyPr/>
          <a:lstStyle/>
          <a:p>
            <a:fld id="{7FA43F5B-065E-43CE-B3FD-98C48A6F94D7}" type="datetime1">
              <a:rPr lang="en-US" smtClean="0"/>
              <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2DE90F28-AFBB-4AB2-AA79-6D3F72ED131B}" type="slidenum">
              <a:rPr lang="en-US" smtClean="0"/>
              <a:pPr/>
              <a:t/>
            </a:fld>
            <a:endParaRPr lang="en-US"/>
          </a:p>
        </p:txBody>
      </p:sp>
    </p:spTree>
    <p:extLst>
      <p:ext uri="{BB962C8B-B14F-4D97-AF65-F5344CB8AC3E}">
        <p14:creationId xmlns:p14="http://schemas.microsoft.com/office/powerpoint/2010/main" val="139695571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CC101AEA.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51CC58D-28EC-93AD-7E10-1DA3DC6322E1}"/>
              </a:ext>
            </a:extLst>
          </p:cNvPr>
          <p:cNvSpPr>
            <a:spLocks noGrp="1"/>
          </p:cNvSpPr>
          <p:nvPr>
            <p:ph type="title"/>
          </p:nvPr>
        </p:nvSpPr>
        <p:spPr>
          <a:xfrm>
            <a:off x="838200" y="859536"/>
            <a:ext cx="7478991" cy="3635797"/>
          </a:xfrm>
        </p:spPr>
        <p:txBody>
          <a:bodyPr anchor="t">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0E0B119D-A456-DE33-9525-49696D3FEE6E}"/>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 Placeholder 15">
            <a:extLst>
              <a:ext uri="{FF2B5EF4-FFF2-40B4-BE49-F238E27FC236}">
                <a16:creationId xmlns:a16="http://schemas.microsoft.com/office/drawing/2014/main" id="{BFFB480A-CB2C-F6F3-1181-7B482DE48A11}"/>
              </a:ext>
            </a:extLst>
          </p:cNvPr>
          <p:cNvSpPr>
            <a:spLocks noGrp="1"/>
          </p:cNvSpPr>
          <p:nvPr>
            <p:ph type="body" sz="quarter" idx="15"/>
          </p:nvPr>
        </p:nvSpPr>
        <p:spPr>
          <a:xfrm>
            <a:off x="4693339" y="5225354"/>
            <a:ext cx="6669986" cy="1545336"/>
          </a:xfrm>
        </p:spPr>
        <p:txBody>
          <a:bodyPr anchor="ctr">
            <a:normAutofit/>
          </a:bodyPr>
          <a:lstStyle>
            <a:lvl1pPr algn="r">
              <a:defRPr sz="2000"/>
            </a:lvl1pPr>
          </a:lstStyle>
          <a:p>
            <a:pPr lvl="0"/>
            <a:r>
              <a:rPr lang="en-US"/>
              <a:t>Click to edit Master text styles</a:t>
            </a:r>
          </a:p>
        </p:txBody>
      </p:sp>
      <p:sp>
        <p:nvSpPr>
          <p:cNvPr id="5" name="Footer Placeholder 4">
            <a:extLst>
              <a:ext uri="{FF2B5EF4-FFF2-40B4-BE49-F238E27FC236}">
                <a16:creationId xmlns:a16="http://schemas.microsoft.com/office/drawing/2014/main" id="{87416322-573D-C8CC-7277-1611B4285D78}"/>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029C7DE3-77E6-7F1C-2D66-87946BDD6322}"/>
              </a:ext>
            </a:extLst>
          </p:cNvPr>
          <p:cNvSpPr>
            <a:spLocks noGrp="1"/>
          </p:cNvSpPr>
          <p:nvPr>
            <p:ph type="dt" sz="half" idx="10"/>
          </p:nvPr>
        </p:nvSpPr>
        <p:spPr/>
        <p:txBody>
          <a:bodyPr/>
          <a:lstStyle/>
          <a:p>
            <a:fld id="{7FA43F5B-065E-43CE-B3FD-98C48A6F94D7}" type="datetime1">
              <a:rPr lang="en-US" smtClean="0"/>
              <a:t/>
            </a:fld>
            <a:endParaRPr lang="en-US"/>
          </a:p>
        </p:txBody>
      </p:sp>
      <p:sp>
        <p:nvSpPr>
          <p:cNvPr id="6" name="Slide Number Placeholder 5">
            <a:extLst>
              <a:ext uri="{FF2B5EF4-FFF2-40B4-BE49-F238E27FC236}">
                <a16:creationId xmlns:a16="http://schemas.microsoft.com/office/drawing/2014/main" id="{A939072A-E9FB-537C-7C31-2FB111D3C65A}"/>
              </a:ext>
            </a:extLst>
          </p:cNvPr>
          <p:cNvSpPr>
            <a:spLocks noGrp="1"/>
          </p:cNvSpPr>
          <p:nvPr>
            <p:ph type="sldNum" sz="quarter" idx="12"/>
          </p:nvPr>
        </p:nvSpPr>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34236075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B24B6E7A.xml><?xml version="1.0" encoding="utf-8"?>
<p:sldLayout xmlns:a="http://schemas.openxmlformats.org/drawingml/2006/main" xmlns:r="http://schemas.openxmlformats.org/officeDocument/2006/relationships" xmlns:p="http://schemas.openxmlformats.org/presentationml/2006/main" showMasterSp="0" preserve="1" userDrawn="1">
  <p:cSld name="Titl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userDrawn="1"/>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r>
              <a:rPr lang="en-US"/>
              <a:t>Sample Footer Text</a:t>
            </a:r>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7FA43F5B-065E-43CE-B3FD-98C48A6F94D7}" type="datetime1">
              <a:rPr lang="en-US" smtClean="0"/>
              <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29912879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51B262AC.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13" name="Freeform: Shape 15">
            <a:extLst>
              <a:ext uri="{FF2B5EF4-FFF2-40B4-BE49-F238E27FC236}">
                <a16:creationId xmlns:a16="http://schemas.microsoft.com/office/drawing/2014/main" id="{373F4DFA-EB1C-0802-6DB6-F680367799D7}"/>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2787213"/>
            <a:ext cx="8229600" cy="2621154"/>
          </a:xfrm>
        </p:spPr>
        <p:txBody>
          <a:bodyPr anchor="b">
            <a:normAutofit/>
          </a:bodyPr>
          <a:lstStyle>
            <a:lvl1pPr algn="ctr">
              <a:defRPr sz="6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5443909"/>
            <a:ext cx="7588155" cy="1414091"/>
          </a:xfrm>
        </p:spPr>
        <p:txBody>
          <a:bodyPr>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9659C8A-FEAD-0E21-E6D3-D37128750DE3}"/>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ACDF62FB-03E9-93F2-7A34-F233AFA3AC36}"/>
              </a:ext>
            </a:extLst>
          </p:cNvPr>
          <p:cNvSpPr>
            <a:spLocks noGrp="1"/>
          </p:cNvSpPr>
          <p:nvPr>
            <p:ph type="dt" sz="half" idx="10"/>
          </p:nvPr>
        </p:nvSpPr>
        <p:spPr/>
        <p:txBody>
          <a:bodyPr/>
          <a:lstStyle/>
          <a:p>
            <a:fld id="{7FA43F5B-065E-43CE-B3FD-98C48A6F94D7}" type="datetime1">
              <a:rPr lang="en-US" smtClean="0"/>
              <a:t/>
            </a:fld>
            <a:endParaRPr lang="en-US"/>
          </a:p>
        </p:txBody>
      </p:sp>
      <p:sp>
        <p:nvSpPr>
          <p:cNvPr id="6" name="Slide Number Placeholder 5">
            <a:extLst>
              <a:ext uri="{FF2B5EF4-FFF2-40B4-BE49-F238E27FC236}">
                <a16:creationId xmlns:a16="http://schemas.microsoft.com/office/drawing/2014/main" id="{F6CE9323-6CD7-F266-CF02-4659EBD32BA3}"/>
              </a:ext>
            </a:extLst>
          </p:cNvPr>
          <p:cNvSpPr>
            <a:spLocks noGrp="1"/>
          </p:cNvSpPr>
          <p:nvPr>
            <p:ph type="sldNum" sz="quarter" idx="12"/>
          </p:nvPr>
        </p:nvSpPr>
        <p:spPr/>
        <p:txBody>
          <a:bodyPr/>
          <a:lstStyle/>
          <a:p>
            <a:fld id="{2DE90F28-AFBB-4AB2-AA79-6D3F72ED131B}" type="slidenum">
              <a:rPr lang="en-US" smtClean="0"/>
              <a:t/>
            </a:fld>
            <a:endParaRPr lang="en-US"/>
          </a:p>
        </p:txBody>
      </p:sp>
    </p:spTree>
    <p:extLst>
      <p:ext uri="{BB962C8B-B14F-4D97-AF65-F5344CB8AC3E}">
        <p14:creationId xmlns:p14="http://schemas.microsoft.com/office/powerpoint/2010/main" val="137064516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C083FC1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userDrawn="1"/>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987522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EBDB1DC9.xml><?xml version="1.0" encoding="utf-8"?>
<p:sldLayout xmlns:a="http://schemas.openxmlformats.org/drawingml/2006/main" xmlns:r="http://schemas.openxmlformats.org/officeDocument/2006/relationships" xmlns:p="http://schemas.openxmlformats.org/presentationml/2006/main" showMasterSp="0" preserve="1" userDrawn="1">
  <p:cSld name="Agenda 3">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C4E9710-FA87-30E3-20CB-80AEB3E8C2A9}"/>
              </a:ext>
            </a:extLst>
          </p:cNvPr>
          <p:cNvSpPr>
            <a:spLocks noGrp="1"/>
          </p:cNvSpPr>
          <p:nvPr>
            <p:ph type="title"/>
          </p:nvPr>
        </p:nvSpPr>
        <p:spPr>
          <a:xfrm>
            <a:off x="2060880" y="365760"/>
            <a:ext cx="9292920" cy="1116811"/>
          </a:xfrm>
        </p:spPr>
        <p:txBody>
          <a:bodyPr/>
          <a:lstStyle>
            <a:lvl1pPr>
              <a:defRPr>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E17293-F2D5-8A51-CB65-CFF771731061}"/>
              </a:ext>
            </a:extLst>
          </p:cNvPr>
          <p:cNvSpPr>
            <a:spLocks noGrp="1"/>
          </p:cNvSpPr>
          <p:nvPr>
            <p:ph sz="quarter" idx="14"/>
          </p:nvPr>
        </p:nvSpPr>
        <p:spPr>
          <a:xfrm>
            <a:off x="2066409" y="1986161"/>
            <a:ext cx="9284368" cy="4236841"/>
          </a:xfrm>
        </p:spPr>
        <p:txBody>
          <a:bodyPr/>
          <a:lstStyle>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29247CA6-BC1D-429A-A289-4E939E49554A}"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AC7AD265-7A5D-626D-3F70-B7BA0D0172D9}"/>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70057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9_E60F5CDD.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75E16723-2C2F-40DB-89B2-A94AAE77E75C}" type="datetime1">
              <a:rPr lang="en-US" smtClean="0"/>
              <a:pPr/>
              <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2DE90F28-AFBB-4AB2-AA79-6D3F72ED131B}" type="slidenum">
              <a:rPr lang="en-US" smtClean="0"/>
              <a:pPr/>
              <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9766493"/>
      </p:ext>
    </p:extLst>
  </p:cSld>
  <p:clrMapOvr>
    <a:masterClrMapping/>
  </p:clrMapOvr>
</p:sldLayout>
</file>

<file path=ppt/slideLayouts/slideLayout_80000020_38B81BFF.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724240"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3" name="Footer Placeholder 5">
            <a:extLst>
              <a:ext uri="{FF2B5EF4-FFF2-40B4-BE49-F238E27FC236}">
                <a16:creationId xmlns:a16="http://schemas.microsoft.com/office/drawing/2014/main" id="{8B89DDCA-87DB-0908-C1FE-D16DEF719208}"/>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4" name="Date Placeholder 4">
            <a:extLst>
              <a:ext uri="{FF2B5EF4-FFF2-40B4-BE49-F238E27FC236}">
                <a16:creationId xmlns:a16="http://schemas.microsoft.com/office/drawing/2014/main" id="{8EBE519D-028D-D854-9791-84D8B687B3A9}"/>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
            </a:fld>
            <a:endParaRPr lang="en-US"/>
          </a:p>
        </p:txBody>
      </p:sp>
      <p:sp>
        <p:nvSpPr>
          <p:cNvPr id="9" name="Slide Number Placeholder 6">
            <a:extLst>
              <a:ext uri="{FF2B5EF4-FFF2-40B4-BE49-F238E27FC236}">
                <a16:creationId xmlns:a16="http://schemas.microsoft.com/office/drawing/2014/main" id="{EAF697B0-B4E5-EE0F-75F1-242A9E4FB1F7}"/>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0" y="3011335"/>
            <a:ext cx="27182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cxnSp>
        <p:nvCxnSpPr>
          <p:cNvPr id="5" name="Straight Connector 4">
            <a:extLst>
              <a:ext uri="{FF2B5EF4-FFF2-40B4-BE49-F238E27FC236}">
                <a16:creationId xmlns:a16="http://schemas.microsoft.com/office/drawing/2014/main" id="{EA233B23-1BCB-72C2-12F6-A6A2A66483EC}"/>
              </a:ext>
              <a:ext uri="{C183D7F6-B498-43B3-948B-1728B52AA6E4}">
                <adec:decorative xmlns:adec="http://schemas.microsoft.com/office/drawing/2017/decorative" val="1"/>
              </a:ext>
            </a:extLst>
          </p:cNvPr>
          <p:cNvCxnSpPr>
            <a:cxnSpLocks/>
          </p:cNvCxnSpPr>
          <p:nvPr userDrawn="1"/>
        </p:nvCxnSpPr>
        <p:spPr>
          <a:xfrm>
            <a:off x="3859058"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1589887"/>
      </p:ext>
    </p:extLst>
  </p:cSld>
  <p:clrMapOvr>
    <a:masterClrMapping/>
  </p:clrMapOvr>
</p:sldLayout>
</file>

<file path=ppt/slideLayouts/slideLayout_80000021_F1A9626B.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4054409835"/>
      </p:ext>
    </p:extLst>
  </p:cSld>
  <p:clrMapOvr>
    <a:masterClrMapping/>
  </p:clrMapOvr>
</p:sldLayout>
</file>

<file path=ppt/slideLayouts/slideLayout_80000022_485FD784.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1214240644"/>
      </p:ext>
    </p:extLst>
  </p:cSld>
  <p:clrMapOvr>
    <a:masterClrMapping/>
  </p:clrMapOvr>
</p:sldLayout>
</file>

<file path=ppt/slideLayouts/slideLayout_80000023_368B342C.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66BBA9B-B728-DC67-AD0E-8B0CD6B2553B}"/>
              </a:ext>
              <a:ext uri="{C183D7F6-B498-43B3-948B-1728B52AA6E4}">
                <adec:decorative xmlns:adec="http://schemas.microsoft.com/office/drawing/2017/decorative" val="1"/>
              </a:ext>
            </a:extLst>
          </p:cNvPr>
          <p:cNvCxnSpPr>
            <a:cxnSpLocks/>
          </p:cNvCxnSpPr>
          <p:nvPr userDrawn="1"/>
        </p:nvCxnSpPr>
        <p:spPr>
          <a:xfrm>
            <a:off x="401402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CD3AF4A-6CE8-D602-8B43-2DBEE16BF05E}"/>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
            </a:fld>
            <a:endParaRPr lang="en-US"/>
          </a:p>
        </p:txBody>
      </p:sp>
      <p:sp>
        <p:nvSpPr>
          <p:cNvPr id="9" name="Footer Placeholder 8">
            <a:extLst>
              <a:ext uri="{FF2B5EF4-FFF2-40B4-BE49-F238E27FC236}">
                <a16:creationId xmlns:a16="http://schemas.microsoft.com/office/drawing/2014/main" id="{767E8268-A223-BA56-F272-53477C7091D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94F7843C-45BC-E180-EC40-8C80397FBC9E}"/>
              </a:ext>
            </a:extLst>
          </p:cNvPr>
          <p:cNvSpPr>
            <a:spLocks noGrp="1"/>
          </p:cNvSpPr>
          <p:nvPr>
            <p:ph type="sldNum" sz="quarter" idx="17"/>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915092524"/>
      </p:ext>
    </p:extLst>
  </p:cSld>
  <p:clrMapOvr>
    <a:masterClrMapping/>
  </p:clrMapOvr>
</p:sldLayout>
</file>

<file path=ppt/slideLayouts/slideLayout_80000024_5D8A8222.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userDrawn="1"/>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1569358370"/>
      </p:ext>
    </p:extLst>
  </p:cSld>
  <p:clrMapOvr>
    <a:masterClrMapping/>
  </p:clrMapOvr>
</p:sldLayout>
</file>

<file path=ppt/slideLayouts/slideLayout_80000025_D514CBD0.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32320" y="584339"/>
            <a:ext cx="4361688" cy="1261714"/>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661150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32320" y="1979463"/>
            <a:ext cx="4362450" cy="43292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FFBFE376-D742-D564-3921-9EE06C25A99D}"/>
              </a:ext>
              <a:ext uri="{C183D7F6-B498-43B3-948B-1728B52AA6E4}">
                <adec:decorative xmlns:adec="http://schemas.microsoft.com/office/drawing/2017/decorative" val="1"/>
              </a:ext>
            </a:extLst>
          </p:cNvPr>
          <p:cNvCxnSpPr>
            <a:cxnSpLocks/>
          </p:cNvCxnSpPr>
          <p:nvPr userDrawn="1"/>
        </p:nvCxnSpPr>
        <p:spPr>
          <a:xfrm>
            <a:off x="66160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Date Placeholder 5">
            <a:extLst>
              <a:ext uri="{FF2B5EF4-FFF2-40B4-BE49-F238E27FC236}">
                <a16:creationId xmlns:a16="http://schemas.microsoft.com/office/drawing/2014/main" id="{95BE6B84-4C67-D49C-27F8-C862E16A8FF8}"/>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
            </a:fld>
            <a:endParaRPr lang="en-US"/>
          </a:p>
        </p:txBody>
      </p:sp>
      <p:sp>
        <p:nvSpPr>
          <p:cNvPr id="7" name="Footer Placeholder 6">
            <a:extLst>
              <a:ext uri="{FF2B5EF4-FFF2-40B4-BE49-F238E27FC236}">
                <a16:creationId xmlns:a16="http://schemas.microsoft.com/office/drawing/2014/main" id="{38CDB1B9-EC53-82AC-9108-F0D1BBC43917}"/>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9" name="Slide Number Placeholder 8">
            <a:extLst>
              <a:ext uri="{FF2B5EF4-FFF2-40B4-BE49-F238E27FC236}">
                <a16:creationId xmlns:a16="http://schemas.microsoft.com/office/drawing/2014/main" id="{E60BD4C5-5651-77FA-20CA-3D813654A922}"/>
              </a:ext>
            </a:extLst>
          </p:cNvPr>
          <p:cNvSpPr>
            <a:spLocks noGrp="1"/>
          </p:cNvSpPr>
          <p:nvPr>
            <p:ph type="sldNum" sz="quarter" idx="17"/>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3574909904"/>
      </p:ext>
    </p:extLst>
  </p:cSld>
  <p:clrMapOvr>
    <a:masterClrMapping/>
  </p:clrMapOvr>
</p:sldLayout>
</file>

<file path=ppt/slideLayouts/slideLayout_80000026_62F7ADD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userDrawn="1"/>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1660399063"/>
      </p:ext>
    </p:extLst>
  </p:cSld>
  <p:clrMapOvr>
    <a:masterClrMapping/>
  </p:clrMapOvr>
</p:sldLayout>
</file>

<file path=ppt/slideLayouts/slideLayout_80000027_DEE49F37.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userDrawn="1"/>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3739524919"/>
      </p:ext>
    </p:extLst>
  </p:cSld>
  <p:clrMapOvr>
    <a:masterClrMapping/>
  </p:clrMapOvr>
</p:sldLayout>
</file>

<file path=ppt/slideLayouts/slideLayout_80000028_D899B56.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46720" y="583413"/>
            <a:ext cx="3566160" cy="1527048"/>
          </a:xfrm>
        </p:spPr>
        <p:txBody>
          <a:bodyPr anchor="b">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046720" y="2212975"/>
            <a:ext cx="3566160"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C1F1B67D-ECBB-854F-CC29-CAAA9DB18E34}"/>
              </a:ext>
              <a:ext uri="{C183D7F6-B498-43B3-948B-1728B52AA6E4}">
                <adec:decorative xmlns:adec="http://schemas.microsoft.com/office/drawing/2017/decorative" val="1"/>
              </a:ext>
            </a:extLst>
          </p:cNvPr>
          <p:cNvCxnSpPr>
            <a:cxnSpLocks/>
          </p:cNvCxnSpPr>
          <p:nvPr userDrawn="1"/>
        </p:nvCxnSpPr>
        <p:spPr>
          <a:xfrm>
            <a:off x="7582129"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Date Placeholder 4">
            <a:extLst>
              <a:ext uri="{FF2B5EF4-FFF2-40B4-BE49-F238E27FC236}">
                <a16:creationId xmlns:a16="http://schemas.microsoft.com/office/drawing/2014/main" id="{B4A8E04B-FD21-4A20-D196-257B310FD4B4}"/>
              </a:ext>
            </a:extLst>
          </p:cNvPr>
          <p:cNvSpPr>
            <a:spLocks noGrp="1"/>
          </p:cNvSpPr>
          <p:nvPr>
            <p:ph type="dt" sz="half" idx="15"/>
          </p:nvPr>
        </p:nvSpPr>
        <p:spPr>
          <a:xfrm rot="5400000">
            <a:off x="10425981" y="4687095"/>
            <a:ext cx="2706690" cy="365125"/>
          </a:xfrm>
        </p:spPr>
        <p:txBody>
          <a:bodyPr/>
          <a:lstStyle/>
          <a:p>
            <a:fld id="{7FA43F5B-065E-43CE-B3FD-98C48A6F94D7}" type="datetime1">
              <a:rPr lang="en-US" smtClean="0"/>
              <a:pPr/>
              <a:t/>
            </a:fld>
            <a:endParaRPr lang="en-US"/>
          </a:p>
        </p:txBody>
      </p:sp>
      <p:sp>
        <p:nvSpPr>
          <p:cNvPr id="9" name="Footer Placeholder 8">
            <a:extLst>
              <a:ext uri="{FF2B5EF4-FFF2-40B4-BE49-F238E27FC236}">
                <a16:creationId xmlns:a16="http://schemas.microsoft.com/office/drawing/2014/main" id="{4FB7A9C8-9922-276E-D7E7-BA37C3C590DA}"/>
              </a:ext>
            </a:extLst>
          </p:cNvPr>
          <p:cNvSpPr>
            <a:spLocks noGrp="1"/>
          </p:cNvSpPr>
          <p:nvPr>
            <p:ph type="ftr" sz="quarter" idx="16"/>
          </p:nvPr>
        </p:nvSpPr>
        <p:spPr>
          <a:xfrm rot="16200000" flipH="1">
            <a:off x="10292565" y="1592957"/>
            <a:ext cx="2973522" cy="365125"/>
          </a:xfrm>
        </p:spPr>
        <p:txBody>
          <a:bodyPr/>
          <a:lstStyle/>
          <a:p>
            <a:r>
              <a:rPr lang="en-US"/>
              <a:t>Sample Footer Text</a:t>
            </a:r>
          </a:p>
        </p:txBody>
      </p:sp>
      <p:sp>
        <p:nvSpPr>
          <p:cNvPr id="10" name="Slide Number Placeholder 9">
            <a:extLst>
              <a:ext uri="{FF2B5EF4-FFF2-40B4-BE49-F238E27FC236}">
                <a16:creationId xmlns:a16="http://schemas.microsoft.com/office/drawing/2014/main" id="{C7BD9853-F841-5935-2E22-F5DA78B10918}"/>
              </a:ext>
            </a:extLst>
          </p:cNvPr>
          <p:cNvSpPr>
            <a:spLocks noGrp="1"/>
          </p:cNvSpPr>
          <p:nvPr>
            <p:ph type="sldNum" sz="quarter" idx="17"/>
          </p:nvPr>
        </p:nvSpPr>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227122006"/>
      </p:ext>
    </p:extLst>
  </p:cSld>
  <p:clrMapOvr>
    <a:masterClrMapping/>
  </p:clrMapOvr>
</p:sldLayout>
</file>

<file path=ppt/slideLayouts/slideLayout_80000029_66FDB913.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3401568" cy="1527048"/>
          </a:xfrm>
        </p:spPr>
        <p:txBody>
          <a:bodyPr anchor="b">
            <a:norm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2212975"/>
            <a:ext cx="3401568" cy="40957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761780" y="0"/>
            <a:ext cx="743021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lang="en-US"/>
            </a:lvl1pPr>
          </a:lstStyle>
          <a:p>
            <a:r>
              <a:rPr lang="en-US"/>
              <a:t> </a:t>
            </a:r>
          </a:p>
        </p:txBody>
      </p:sp>
      <p:cxnSp>
        <p:nvCxnSpPr>
          <p:cNvPr id="5" name="Straight Connector 4">
            <a:extLst>
              <a:ext uri="{FF2B5EF4-FFF2-40B4-BE49-F238E27FC236}">
                <a16:creationId xmlns:a16="http://schemas.microsoft.com/office/drawing/2014/main" id="{E88ED8BF-3BC1-C0A7-67E1-8F6CE5DBA66D}"/>
              </a:ext>
              <a:ext uri="{C183D7F6-B498-43B3-948B-1728B52AA6E4}">
                <adec:decorative xmlns:adec="http://schemas.microsoft.com/office/drawing/2017/decorative" val="1"/>
              </a:ext>
            </a:extLst>
          </p:cNvPr>
          <p:cNvCxnSpPr>
            <a:cxnSpLocks/>
          </p:cNvCxnSpPr>
          <p:nvPr userDrawn="1"/>
        </p:nvCxnSpPr>
        <p:spPr>
          <a:xfrm>
            <a:off x="474815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72C41D87-A2F7-832F-EE5D-4A82C0898306}"/>
              </a:ext>
            </a:extLst>
          </p:cNvPr>
          <p:cNvSpPr>
            <a:spLocks noGrp="1"/>
          </p:cNvSpPr>
          <p:nvPr>
            <p:ph type="dt" sz="half" idx="15"/>
          </p:nvPr>
        </p:nvSpPr>
        <p:spPr>
          <a:xfrm rot="5400000">
            <a:off x="-997745" y="4687095"/>
            <a:ext cx="2706690" cy="365125"/>
          </a:xfrm>
        </p:spPr>
        <p:txBody>
          <a:bodyPr/>
          <a:lstStyle/>
          <a:p>
            <a:fld id="{7FA43F5B-065E-43CE-B3FD-98C48A6F94D7}" type="datetime1">
              <a:rPr lang="en-US" smtClean="0"/>
              <a:pPr/>
              <a:t/>
            </a:fld>
            <a:endParaRPr lang="en-US"/>
          </a:p>
        </p:txBody>
      </p:sp>
      <p:sp>
        <p:nvSpPr>
          <p:cNvPr id="6" name="Footer Placeholder 4">
            <a:extLst>
              <a:ext uri="{FF2B5EF4-FFF2-40B4-BE49-F238E27FC236}">
                <a16:creationId xmlns:a16="http://schemas.microsoft.com/office/drawing/2014/main" id="{B2FFE48E-EFB9-58B7-9159-E1F3B1F35D72}"/>
              </a:ext>
            </a:extLst>
          </p:cNvPr>
          <p:cNvSpPr>
            <a:spLocks noGrp="1"/>
          </p:cNvSpPr>
          <p:nvPr>
            <p:ph type="ftr" sz="quarter" idx="16"/>
          </p:nvPr>
        </p:nvSpPr>
        <p:spPr>
          <a:xfrm rot="16200000" flipH="1">
            <a:off x="-1131161" y="1592957"/>
            <a:ext cx="2973522" cy="365125"/>
          </a:xfrm>
        </p:spPr>
        <p:txBody>
          <a:bodyPr/>
          <a:lstStyle/>
          <a:p>
            <a:r>
              <a:rPr lang="en-US"/>
              <a:t>Sample Footer Text</a:t>
            </a:r>
          </a:p>
        </p:txBody>
      </p:sp>
      <p:sp>
        <p:nvSpPr>
          <p:cNvPr id="7" name="Slide Number Placeholder 5">
            <a:extLst>
              <a:ext uri="{FF2B5EF4-FFF2-40B4-BE49-F238E27FC236}">
                <a16:creationId xmlns:a16="http://schemas.microsoft.com/office/drawing/2014/main" id="{C03AB52F-F281-1BB9-9D9F-9FC67E6B879C}"/>
              </a:ext>
            </a:extLst>
          </p:cNvPr>
          <p:cNvSpPr>
            <a:spLocks noGrp="1"/>
          </p:cNvSpPr>
          <p:nvPr>
            <p:ph type="sldNum" sz="quarter" idx="17"/>
          </p:nvPr>
        </p:nvSpPr>
        <p:spPr>
          <a:xfrm>
            <a:off x="51117" y="6356350"/>
            <a:ext cx="574620" cy="365125"/>
          </a:xfrm>
        </p:spPr>
        <p:txBody>
          <a:bodyPr/>
          <a:lstStyle/>
          <a:p>
            <a:fld id="{2DE90F28-AFBB-4AB2-AA79-6D3F72ED131B}" type="slidenum">
              <a:rPr lang="en-US" smtClean="0"/>
              <a:pPr/>
              <a:t/>
            </a:fld>
            <a:endParaRPr lang="en-US"/>
          </a:p>
        </p:txBody>
      </p:sp>
    </p:spTree>
    <p:extLst>
      <p:ext uri="{BB962C8B-B14F-4D97-AF65-F5344CB8AC3E}">
        <p14:creationId xmlns:p14="http://schemas.microsoft.com/office/powerpoint/2010/main" val="1727904019"/>
      </p:ext>
    </p:extLst>
  </p:cSld>
  <p:clrMapOvr>
    <a:masterClrMapping/>
  </p:clrMapOvr>
</p:sldLayout>
</file>

<file path=ppt/slideLayouts/slideLayout_80000030_E141D175.xml><?xml version="1.0" encoding="utf-8"?>
<p:sldLayout xmlns:a="http://schemas.openxmlformats.org/drawingml/2006/main" xmlns:r="http://schemas.openxmlformats.org/officeDocument/2006/relationships" xmlns:p="http://schemas.openxmlformats.org/presentationml/2006/main" showMasterSp="0"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7FA43F5B-065E-43CE-B3FD-98C48A6F94D7}" type="datetime1">
              <a:rPr lang="en-US" smtClean="0"/>
              <a:pPr/>
              <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2DE90F28-AFBB-4AB2-AA79-6D3F72ED131B}" type="slidenum">
              <a:rPr lang="en-US" smtClean="0"/>
              <a:pPr/>
              <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779187061"/>
      </p:ext>
    </p:extLst>
  </p:cSld>
  <p:clrMapOvr>
    <a:masterClrMapping/>
  </p:clrMapOvr>
</p:sldLayout>
</file>

<file path=ppt/slideLayouts/slideLayout_80000031_100CD1F7.xml><?xml version="1.0" encoding="utf-8"?>
<p:sldLayout xmlns:a="http://schemas.openxmlformats.org/drawingml/2006/main" xmlns:r="http://schemas.openxmlformats.org/officeDocument/2006/relationships" xmlns:p="http://schemas.openxmlformats.org/presentationml/2006/main" showMasterSp="0"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864236" cy="932688"/>
          </a:xfrm>
        </p:spPr>
        <p:txBody>
          <a:bodyPr anchor="b"/>
          <a:lstStyle/>
          <a:p>
            <a:r>
              <a:rPr lang="en-US"/>
              <a:t>Click to edit Master title style</a:t>
            </a:r>
          </a:p>
        </p:txBody>
      </p:sp>
      <p:sp>
        <p:nvSpPr>
          <p:cNvPr id="5" name="Footer Placeholder 3">
            <a:extLst>
              <a:ext uri="{FF2B5EF4-FFF2-40B4-BE49-F238E27FC236}">
                <a16:creationId xmlns:a16="http://schemas.microsoft.com/office/drawing/2014/main" id="{E4C77EC0-4873-6982-138B-77EBB60FCE21}"/>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2148" y="1676967"/>
            <a:ext cx="4304208"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9">
            <a:extLst>
              <a:ext uri="{FF2B5EF4-FFF2-40B4-BE49-F238E27FC236}">
                <a16:creationId xmlns:a16="http://schemas.microsoft.com/office/drawing/2014/main" id="{9EA9F84E-FFD2-9D14-4000-EB54F5065147}"/>
              </a:ext>
            </a:extLst>
          </p:cNvPr>
          <p:cNvSpPr>
            <a:spLocks noGrp="1"/>
          </p:cNvSpPr>
          <p:nvPr>
            <p:ph type="pic" sz="quarter" idx="18" hasCustomPrompt="1"/>
          </p:nvPr>
        </p:nvSpPr>
        <p:spPr>
          <a:xfrm>
            <a:off x="5483476" y="1694325"/>
            <a:ext cx="5990360" cy="4207696"/>
          </a:xfrm>
          <a:custGeom>
            <a:avLst/>
            <a:gdLst>
              <a:gd name="connsiteX0" fmla="*/ 2983368 w 6446520"/>
              <a:gd name="connsiteY0" fmla="*/ 0 h 4425696"/>
              <a:gd name="connsiteX1" fmla="*/ 3463152 w 6446520"/>
              <a:gd name="connsiteY1" fmla="*/ 0 h 4425696"/>
              <a:gd name="connsiteX2" fmla="*/ 3552820 w 6446520"/>
              <a:gd name="connsiteY2" fmla="*/ 7008 h 4425696"/>
              <a:gd name="connsiteX3" fmla="*/ 6446520 w 6446520"/>
              <a:gd name="connsiteY3" fmla="*/ 3302772 h 4425696"/>
              <a:gd name="connsiteX4" fmla="*/ 6446520 w 6446520"/>
              <a:gd name="connsiteY4" fmla="*/ 4425696 h 4425696"/>
              <a:gd name="connsiteX5" fmla="*/ 0 w 6446520"/>
              <a:gd name="connsiteY5" fmla="*/ 4425696 h 4425696"/>
              <a:gd name="connsiteX6" fmla="*/ 0 w 6446520"/>
              <a:gd name="connsiteY6" fmla="*/ 3302772 h 4425696"/>
              <a:gd name="connsiteX7" fmla="*/ 2893701 w 6446520"/>
              <a:gd name="connsiteY7" fmla="*/ 7008 h 4425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520" h="4425696">
                <a:moveTo>
                  <a:pt x="2983368" y="0"/>
                </a:moveTo>
                <a:lnTo>
                  <a:pt x="3463152" y="0"/>
                </a:lnTo>
                <a:lnTo>
                  <a:pt x="3552820" y="7008"/>
                </a:lnTo>
                <a:cubicBezTo>
                  <a:pt x="5178169" y="176660"/>
                  <a:pt x="6446520" y="1587478"/>
                  <a:pt x="6446520" y="3302772"/>
                </a:cubicBezTo>
                <a:lnTo>
                  <a:pt x="6446520" y="4425696"/>
                </a:lnTo>
                <a:lnTo>
                  <a:pt x="0" y="4425696"/>
                </a:lnTo>
                <a:lnTo>
                  <a:pt x="0" y="3302772"/>
                </a:lnTo>
                <a:cubicBezTo>
                  <a:pt x="0" y="1587478"/>
                  <a:pt x="1268352" y="176660"/>
                  <a:pt x="2893701" y="7008"/>
                </a:cubicBezTo>
                <a:close/>
              </a:path>
            </a:pathLst>
          </a:custGeom>
          <a:blipFill dpi="0" rotWithShape="1">
            <a:blip r:embed="rId2">
              <a:alphaModFix amt="73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marL="0" indent="0">
              <a:buFont typeface="Arial" panose="020B0604020202020204" pitchFamily="34" charset="0"/>
              <a:buNone/>
              <a:defRPr>
                <a:solidFill>
                  <a:schemeClr val="tx1"/>
                </a:solidFill>
              </a:defRPr>
            </a:lvl1pPr>
          </a:lstStyle>
          <a:p>
            <a:r>
              <a:rPr lang="en-US"/>
              <a:t> </a:t>
            </a:r>
          </a:p>
        </p:txBody>
      </p:sp>
      <p:sp>
        <p:nvSpPr>
          <p:cNvPr id="7" name="Date Placeholder 2">
            <a:extLst>
              <a:ext uri="{FF2B5EF4-FFF2-40B4-BE49-F238E27FC236}">
                <a16:creationId xmlns:a16="http://schemas.microsoft.com/office/drawing/2014/main" id="{B1DEFE62-48FB-6384-52E6-28C55B7237A0}"/>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7FA43F5B-065E-43CE-B3FD-98C48A6F94D7}" type="datetime1">
              <a:rPr lang="en-US" smtClean="0"/>
              <a:pPr/>
              <a:t/>
            </a:fld>
            <a:endParaRPr lang="en-US"/>
          </a:p>
        </p:txBody>
      </p:sp>
      <p:sp>
        <p:nvSpPr>
          <p:cNvPr id="11" name="Slide Number Placeholder 8">
            <a:extLst>
              <a:ext uri="{FF2B5EF4-FFF2-40B4-BE49-F238E27FC236}">
                <a16:creationId xmlns:a16="http://schemas.microsoft.com/office/drawing/2014/main" id="{70C3045B-A291-FDD5-BEE7-EB765F9DE6BB}"/>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2DE90F28-AFBB-4AB2-AA79-6D3F72ED131B}" type="slidenum">
              <a:rPr lang="en-US" smtClean="0"/>
              <a:pPr/>
              <a:t/>
            </a:fld>
            <a:endParaRPr lang="en-US"/>
          </a:p>
        </p:txBody>
      </p:sp>
    </p:spTree>
    <p:extLst>
      <p:ext uri="{BB962C8B-B14F-4D97-AF65-F5344CB8AC3E}">
        <p14:creationId xmlns:p14="http://schemas.microsoft.com/office/powerpoint/2010/main" val="269275639"/>
      </p:ext>
    </p:extLst>
  </p:cSld>
  <p:clrMapOvr>
    <a:masterClrMapping/>
  </p:clrMapOvr>
</p:sldLayout>
</file>

<file path=ppt/slideLayouts/slideLayout_80000032_453D70AD.xml><?xml version="1.0" encoding="utf-8"?>
<p:sldLayout xmlns:a="http://schemas.openxmlformats.org/drawingml/2006/main" xmlns:r="http://schemas.openxmlformats.org/officeDocument/2006/relationships" xmlns:p="http://schemas.openxmlformats.org/presentationml/2006/main" showMasterSp="0" preserve="1" userDrawn="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5AD3D17-73C9-402C-91E7-BA73E6829C50}"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userDrawn="1"/>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165444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3_2C4BF4AD.xml><?xml version="1.0" encoding="utf-8"?>
<p:sldLayout xmlns:a="http://schemas.openxmlformats.org/drawingml/2006/main" xmlns:r="http://schemas.openxmlformats.org/officeDocument/2006/relationships" xmlns:p="http://schemas.openxmlformats.org/presentationml/2006/main" showMasterSp="0" preserve="1" userDrawn="1">
  <p:cSld name="Number Large 2">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07161BC5-1283-62A1-6BD4-C13D49861D6F}"/>
              </a:ext>
            </a:extLst>
          </p:cNvPr>
          <p:cNvSpPr>
            <a:spLocks noGrp="1"/>
          </p:cNvSpPr>
          <p:nvPr>
            <p:ph type="title"/>
          </p:nvPr>
        </p:nvSpPr>
        <p:spPr>
          <a:xfrm>
            <a:off x="2333244" y="4846320"/>
            <a:ext cx="7525512" cy="1545336"/>
          </a:xfrm>
        </p:spPr>
        <p:txBody>
          <a:bodyPr anchor="t">
            <a:normAutofit/>
          </a:bodyPr>
          <a:lstStyle>
            <a:lvl1pPr algn="ct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6217EA84-48D2-BF27-881E-1EED3BB2FA90}"/>
              </a:ext>
            </a:extLst>
          </p:cNvPr>
          <p:cNvSpPr>
            <a:spLocks noGrp="1"/>
          </p:cNvSpPr>
          <p:nvPr>
            <p:ph sz="quarter" idx="13" hasCustomPrompt="1"/>
          </p:nvPr>
        </p:nvSpPr>
        <p:spPr>
          <a:xfrm>
            <a:off x="824484" y="549021"/>
            <a:ext cx="10543032" cy="4205859"/>
          </a:xfrm>
        </p:spPr>
        <p:txBody>
          <a:bodyPr anchor="b">
            <a:normAutofit/>
          </a:bodyPr>
          <a:lstStyle>
            <a:lvl1pPr algn="ct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74317534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4_33FF49F4.xml><?xml version="1.0" encoding="utf-8"?>
<p:sldLayout xmlns:a="http://schemas.openxmlformats.org/drawingml/2006/main" xmlns:r="http://schemas.openxmlformats.org/officeDocument/2006/relationships" xmlns:p="http://schemas.openxmlformats.org/presentationml/2006/main" showMasterSp="0" preserve="1" userDrawn="1">
  <p:cSld name="Number Large 3">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7792842B-25D6-4A1E-C1C2-AEE71B415CE0}"/>
              </a:ext>
            </a:extLst>
          </p:cNvPr>
          <p:cNvSpPr>
            <a:spLocks noGrp="1"/>
          </p:cNvSpPr>
          <p:nvPr>
            <p:ph type="title"/>
          </p:nvPr>
        </p:nvSpPr>
        <p:spPr>
          <a:xfrm>
            <a:off x="7223760" y="1371600"/>
            <a:ext cx="4114800" cy="4114800"/>
          </a:xfrm>
        </p:spPr>
        <p:txBody>
          <a:bodyPr anchor="ctr">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8">
            <a:extLst>
              <a:ext uri="{FF2B5EF4-FFF2-40B4-BE49-F238E27FC236}">
                <a16:creationId xmlns:a16="http://schemas.microsoft.com/office/drawing/2014/main" id="{12DBA1DA-C8D5-2565-57BF-FEDE64BF7000}"/>
              </a:ext>
            </a:extLst>
          </p:cNvPr>
          <p:cNvSpPr>
            <a:spLocks noGrp="1"/>
          </p:cNvSpPr>
          <p:nvPr>
            <p:ph sz="quarter" idx="13" hasCustomPrompt="1"/>
          </p:nvPr>
        </p:nvSpPr>
        <p:spPr>
          <a:xfrm>
            <a:off x="914400" y="353237"/>
            <a:ext cx="5937337" cy="6368237"/>
          </a:xfrm>
        </p:spPr>
        <p:txBody>
          <a:bodyPr anchor="ctr">
            <a:normAutofit/>
          </a:bodyPr>
          <a:lstStyle>
            <a:lvl1pPr>
              <a:lnSpc>
                <a:spcPct val="90000"/>
              </a:lnSpc>
              <a:spcBef>
                <a:spcPts val="0"/>
              </a:spcBef>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8723686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5_F72CE54A.xml><?xml version="1.0" encoding="utf-8"?>
<p:sldLayout xmlns:a="http://schemas.openxmlformats.org/drawingml/2006/main" xmlns:r="http://schemas.openxmlformats.org/officeDocument/2006/relationships" xmlns:p="http://schemas.openxmlformats.org/presentationml/2006/main" showMasterSp="0" preserve="1" userDrawn="1">
  <p:cSld name="Number Large 4">
    <p:spTree>
      <p:nvGrpSpPr>
        <p:cNvPr id="1" name=""/>
        <p:cNvGrpSpPr/>
        <p:nvPr/>
      </p:nvGrpSpPr>
      <p:grpSpPr>
        <a:xfrm>
          <a:off x="0" y="0"/>
          <a:ext cx="0" cy="0"/>
          <a:chOff x="0" y="0"/>
          <a:chExt cx="0" cy="0"/>
        </a:xfrm>
      </p:grpSpPr>
      <p:sp>
        <p:nvSpPr>
          <p:cNvPr id="8" name="Title 9">
            <a:extLst>
              <a:ext uri="{FF2B5EF4-FFF2-40B4-BE49-F238E27FC236}">
                <a16:creationId xmlns:a16="http://schemas.microsoft.com/office/drawing/2014/main" id="{E9039192-694E-62AB-FB7F-F6E803456FEC}"/>
              </a:ext>
            </a:extLst>
          </p:cNvPr>
          <p:cNvSpPr>
            <a:spLocks noGrp="1"/>
          </p:cNvSpPr>
          <p:nvPr>
            <p:ph type="title"/>
          </p:nvPr>
        </p:nvSpPr>
        <p:spPr>
          <a:xfrm>
            <a:off x="2333244" y="5687755"/>
            <a:ext cx="7525512" cy="603317"/>
          </a:xfrm>
        </p:spPr>
        <p:txBody>
          <a:bodyPr anchor="t">
            <a:normAutofit/>
          </a:bodyPr>
          <a:lstStyle>
            <a:lvl1pPr algn="ctr">
              <a:lnSpc>
                <a:spcPct val="110000"/>
              </a:lnSpc>
              <a:spcBef>
                <a:spcPts val="1000"/>
              </a:spcBef>
              <a:defRPr sz="2000" cap="none" baseline="0">
                <a:latin typeface="+mn-lt"/>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8">
            <a:extLst>
              <a:ext uri="{FF2B5EF4-FFF2-40B4-BE49-F238E27FC236}">
                <a16:creationId xmlns:a16="http://schemas.microsoft.com/office/drawing/2014/main" id="{669733E3-85D7-9D43-FABD-E3A6C144668D}"/>
              </a:ext>
            </a:extLst>
          </p:cNvPr>
          <p:cNvSpPr>
            <a:spLocks noGrp="1"/>
          </p:cNvSpPr>
          <p:nvPr>
            <p:ph sz="quarter" idx="13" hasCustomPrompt="1"/>
          </p:nvPr>
        </p:nvSpPr>
        <p:spPr>
          <a:xfrm>
            <a:off x="1935038" y="2390272"/>
            <a:ext cx="8321926" cy="3449054"/>
          </a:xfrm>
        </p:spPr>
        <p:txBody>
          <a:bodyPr anchor="b">
            <a:normAutofit/>
          </a:bodyPr>
          <a:lstStyle>
            <a:lvl1pPr algn="ctr">
              <a:defRPr sz="23200">
                <a:latin typeface="+mj-lt"/>
              </a:defRPr>
            </a:lvl1pPr>
          </a:lstStyle>
          <a:p>
            <a:pPr lvl="0"/>
            <a:r>
              <a:rPr lang="en-US"/>
              <a: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
        <p:nvSpPr>
          <p:cNvPr id="7" name="Freeform: Shape 15">
            <a:extLst>
              <a:ext uri="{FF2B5EF4-FFF2-40B4-BE49-F238E27FC236}">
                <a16:creationId xmlns:a16="http://schemas.microsoft.com/office/drawing/2014/main" id="{CD72DDC7-047B-67C7-5CC9-82D9E661F5C0}"/>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4146914634"/>
      </p:ext>
    </p:extLst>
  </p:cSld>
  <p:clrMapOvr>
    <a:masterClrMapping/>
  </p:clrMapOvr>
</p:sldLayout>
</file>

<file path=ppt/slideLayouts/slideLayout_80000036_11352F4B.xml><?xml version="1.0" encoding="utf-8"?>
<p:sldLayout xmlns:a="http://schemas.openxmlformats.org/drawingml/2006/main" xmlns:r="http://schemas.openxmlformats.org/officeDocument/2006/relationships" xmlns:p="http://schemas.openxmlformats.org/presentationml/2006/main" showMasterSp="0" preserve="1" userDrawn="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F140A1F3-DA5D-4F2E-B759-748FF8D0ACA9}"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userDrawn="1"/>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88698187"/>
      </p:ext>
    </p:extLst>
  </p:cSld>
  <p:clrMapOvr>
    <a:masterClrMapping/>
  </p:clrMapOvr>
</p:sldLayout>
</file>

<file path=ppt/slideLayouts/slideLayout_80000037_9A26C76E.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914400" y="2194560"/>
            <a:ext cx="8266176" cy="4142232"/>
          </a:xfrm>
        </p:spPr>
        <p:txBody>
          <a:bodyPr anchor="t" anchorCtr="0">
            <a:noAutofit/>
          </a:bodyPr>
          <a:lstStyle>
            <a:lvl1pPr marL="0" indent="0">
              <a:lnSpc>
                <a:spcPct val="100000"/>
              </a:lnSpc>
              <a:buNone/>
              <a:defRPr sz="4400" b="0" cap="all" baseline="0">
                <a:solidFill>
                  <a:schemeClr val="tx1"/>
                </a:solidFill>
              </a:defRPr>
            </a:lvl1pPr>
            <a:lvl2pPr marL="228600" indent="0">
              <a:lnSpc>
                <a:spcPct val="100000"/>
              </a:lnSpc>
              <a:buNone/>
              <a:defRPr sz="4000" b="0" cap="all" baseline="0">
                <a:solidFill>
                  <a:schemeClr val="tx1"/>
                </a:solidFill>
              </a:defRPr>
            </a:lvl2pPr>
            <a:lvl3pPr marL="457200" indent="0">
              <a:lnSpc>
                <a:spcPct val="100000"/>
              </a:lnSpc>
              <a:buNone/>
              <a:defRPr sz="3600" b="0" cap="all" baseline="0">
                <a:solidFill>
                  <a:schemeClr val="tx1"/>
                </a:solidFill>
              </a:defRPr>
            </a:lvl3pPr>
            <a:lvl4pPr marL="685800" indent="0">
              <a:lnSpc>
                <a:spcPct val="100000"/>
              </a:lnSpc>
              <a:buNone/>
              <a:defRPr sz="3200" b="0" cap="all" baseline="0">
                <a:solidFill>
                  <a:schemeClr val="tx1"/>
                </a:solidFill>
              </a:defRPr>
            </a:lvl4pPr>
            <a:lvl5pPr marL="914400" indent="0">
              <a:lnSpc>
                <a:spcPct val="100000"/>
              </a:lnSpc>
              <a:buNone/>
              <a:defRPr sz="28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301B1322-4C31-4D1F-88B1-5F79F56892AE}"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586232686"/>
      </p:ext>
    </p:extLst>
  </p:cSld>
  <p:clrMapOvr>
    <a:masterClrMapping/>
  </p:clrMapOvr>
</p:sldLayout>
</file>

<file path=ppt/slideLayouts/slideLayout_80000038_BC2C2D30.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399"/>
            <a:ext cx="8266176" cy="5308603"/>
          </a:xfrm>
        </p:spPr>
        <p:txBody>
          <a:bodyPr anchor="b">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7011760"/>
      </p:ext>
    </p:extLst>
  </p:cSld>
  <p:clrMapOvr>
    <a:masterClrMapping/>
  </p:clrMapOvr>
</p:sldLayout>
</file>

<file path=ppt/slideLayouts/slideLayout_80000039_78E74E31.xml><?xml version="1.0" encoding="utf-8"?>
<p:sldLayout xmlns:a="http://schemas.openxmlformats.org/drawingml/2006/main" xmlns:r="http://schemas.openxmlformats.org/officeDocument/2006/relationships" xmlns:p="http://schemas.openxmlformats.org/presentationml/2006/main" showMasterSp="0"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28126"/>
            <a:ext cx="10652760" cy="1133856"/>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057400" y="914400"/>
            <a:ext cx="8266176" cy="5029200"/>
          </a:xfrm>
        </p:spPr>
        <p:txBody>
          <a:bodyPr anchor="ctr">
            <a:noAutofit/>
          </a:bodyPr>
          <a:lstStyle>
            <a:lvl1pPr marL="0" indent="0">
              <a:lnSpc>
                <a:spcPct val="100000"/>
              </a:lnSpc>
              <a:buNone/>
              <a:defRPr sz="6000" b="0" cap="all" baseline="0">
                <a:solidFill>
                  <a:schemeClr val="tx1"/>
                </a:solidFill>
              </a:defRPr>
            </a:lvl1pPr>
            <a:lvl2pPr marL="228600" indent="0">
              <a:lnSpc>
                <a:spcPct val="100000"/>
              </a:lnSpc>
              <a:buNone/>
              <a:defRPr sz="4800" b="0" cap="all" baseline="0">
                <a:solidFill>
                  <a:schemeClr val="tx1"/>
                </a:solidFill>
              </a:defRPr>
            </a:lvl2pPr>
            <a:lvl3pPr marL="457200" indent="0">
              <a:lnSpc>
                <a:spcPct val="100000"/>
              </a:lnSpc>
              <a:buNone/>
              <a:defRPr sz="4400" b="0" cap="all" baseline="0">
                <a:solidFill>
                  <a:schemeClr val="tx1"/>
                </a:solidFill>
              </a:defRPr>
            </a:lvl3pPr>
            <a:lvl4pPr marL="685800" indent="0">
              <a:lnSpc>
                <a:spcPct val="100000"/>
              </a:lnSpc>
              <a:buNone/>
              <a:defRPr sz="4000" b="0" cap="all" baseline="0">
                <a:solidFill>
                  <a:schemeClr val="tx1"/>
                </a:solidFill>
              </a:defRPr>
            </a:lvl4pPr>
            <a:lvl5pPr marL="914400" indent="0">
              <a:lnSpc>
                <a:spcPct val="100000"/>
              </a:lnSpc>
              <a:buNone/>
              <a:defRPr sz="36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507735E4-737B-43D4-B991-92C3D63DE68F}" type="datetime1">
              <a:rPr lang="en-US" smtClean="0"/>
              <a:pPr/>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6" name="Straight Connector 5">
            <a:extLst>
              <a:ext uri="{FF2B5EF4-FFF2-40B4-BE49-F238E27FC236}">
                <a16:creationId xmlns:a16="http://schemas.microsoft.com/office/drawing/2014/main" id="{EB4D1622-620E-FFB0-8FFF-DB6230E152A6}"/>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8424753"/>
      </p:ext>
    </p:extLst>
  </p:cSld>
  <p:clrMapOvr>
    <a:masterClrMapping/>
  </p:clrMapOvr>
</p:sldLayout>
</file>

<file path=ppt/slideLayouts/slideLayout_80000040_9677907F.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CFF128-BAC7-4E0D-8F77-28A571D93B6F}" type="datetime1">
              <a:rPr lang="en-US" smtClean="0"/>
              <a:pPr/>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524418175"/>
      </p:ext>
    </p:extLst>
  </p:cSld>
  <p:clrMapOvr>
    <a:masterClrMapping/>
  </p:clrMapOvr>
</p:sldLayout>
</file>

<file path=ppt/slideLayouts/slideLayout_80000041_E9E2F.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1"/>
            <a:ext cx="3595634" cy="3993263"/>
          </a:xfrm>
        </p:spPr>
        <p:txBody>
          <a:bodyPr anchor="t">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46320" y="553615"/>
            <a:ext cx="6440258" cy="5755109"/>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lvl1pPr>
              <a:defRPr>
                <a:solidFill>
                  <a:schemeClr val="tx1"/>
                </a:solidFill>
              </a:defRPr>
            </a:lvl1pPr>
          </a:lstStyle>
          <a:p>
            <a:fld id="{12DB3EA1-DD0C-4B8D-8364-52024B4530F1}" type="datetime1">
              <a:rPr lang="en-US" smtClean="0"/>
              <a:pPr/>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cxnSp>
        <p:nvCxnSpPr>
          <p:cNvPr id="8" name="Straight Connector 7">
            <a:extLst>
              <a:ext uri="{FF2B5EF4-FFF2-40B4-BE49-F238E27FC236}">
                <a16:creationId xmlns:a16="http://schemas.microsoft.com/office/drawing/2014/main" id="{3A126498-5D70-71A2-A52F-877C850B34BC}"/>
              </a:ext>
              <a:ext uri="{C183D7F6-B498-43B3-948B-1728B52AA6E4}">
                <adec:decorative xmlns:adec="http://schemas.microsoft.com/office/drawing/2017/decorative" val="1"/>
              </a:ext>
            </a:extLst>
          </p:cNvPr>
          <p:cNvCxnSpPr>
            <a:cxnSpLocks/>
          </p:cNvCxnSpPr>
          <p:nvPr/>
        </p:nvCxnSpPr>
        <p:spPr>
          <a:xfrm>
            <a:off x="457586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7999"/>
      </p:ext>
    </p:extLst>
  </p:cSld>
  <p:clrMapOvr>
    <a:masterClrMapping/>
  </p:clrMapOvr>
</p:sldLayout>
</file>

<file path=ppt/slideLayouts/slideLayout_80000042_984F123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75F4D28-38E0-121F-D54D-1FCE2D6321C8}"/>
              </a:ext>
            </a:extLst>
          </p:cNvPr>
          <p:cNvSpPr>
            <a:spLocks noGrp="1"/>
          </p:cNvSpPr>
          <p:nvPr>
            <p:ph type="title"/>
          </p:nvPr>
        </p:nvSpPr>
        <p:spPr>
          <a:xfrm>
            <a:off x="731520" y="553616"/>
            <a:ext cx="3595634" cy="2250544"/>
          </a:xfrm>
        </p:spPr>
        <p:txBody>
          <a:bodyPr anchor="t">
            <a:normAutofit/>
          </a:bodyPr>
          <a:lstStyle>
            <a:lvl1pPr>
              <a:defRPr sz="3200" baseline="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3" name="Text Placeholder 3">
            <a:extLst>
              <a:ext uri="{FF2B5EF4-FFF2-40B4-BE49-F238E27FC236}">
                <a16:creationId xmlns:a16="http://schemas.microsoft.com/office/drawing/2014/main" id="{23EFCC9B-CBB5-5DB3-0C1A-D7607EED4E32}"/>
              </a:ext>
            </a:extLst>
          </p:cNvPr>
          <p:cNvSpPr>
            <a:spLocks noGrp="1"/>
          </p:cNvSpPr>
          <p:nvPr>
            <p:ph type="body" sz="half" idx="14"/>
          </p:nvPr>
        </p:nvSpPr>
        <p:spPr>
          <a:xfrm>
            <a:off x="731520" y="2931865"/>
            <a:ext cx="3595634" cy="3372519"/>
          </a:xfrm>
        </p:spPr>
        <p:txBody>
          <a:bodyPr anchor="b">
            <a:normAutofit/>
          </a:bodyPr>
          <a:lstStyle>
            <a:lvl1pPr marL="0" indent="0">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9">
            <a:extLst>
              <a:ext uri="{FF2B5EF4-FFF2-40B4-BE49-F238E27FC236}">
                <a16:creationId xmlns:a16="http://schemas.microsoft.com/office/drawing/2014/main" id="{71602F00-69F8-D44C-0F84-384694CA224A}"/>
              </a:ext>
            </a:extLst>
          </p:cNvPr>
          <p:cNvSpPr>
            <a:spLocks noGrp="1"/>
          </p:cNvSpPr>
          <p:nvPr>
            <p:ph type="pic" sz="quarter" idx="13" hasCustomPrompt="1"/>
          </p:nvPr>
        </p:nvSpPr>
        <p:spPr>
          <a:xfrm>
            <a:off x="5091497" y="598627"/>
            <a:ext cx="6304337" cy="5775923"/>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lvl1pPr>
              <a:defRPr>
                <a:solidFill>
                  <a:schemeClr val="tx1"/>
                </a:solidFill>
              </a:defRPr>
            </a:lvl1pPr>
          </a:lstStyle>
          <a:p>
            <a:fld id="{3D157344-9CC7-412D-8C20-072BE86D5A11}" type="datetime1">
              <a:rPr lang="en-US" smtClean="0"/>
              <a:pPr/>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555318835"/>
      </p:ext>
    </p:extLst>
  </p:cSld>
  <p:clrMapOvr>
    <a:masterClrMapping/>
  </p:clrMapOvr>
</p:sldLayout>
</file>

<file path=ppt/slideLayouts/slideLayout_80000043_860414B7.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157987AA-E4E6-4FC1-BAD8-09A952212C58}" type="datetime1">
              <a:rPr lang="en-US" smtClean="0"/>
              <a:pPr/>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248414391"/>
      </p:ext>
    </p:extLst>
  </p:cSld>
  <p:clrMapOvr>
    <a:masterClrMapping/>
  </p:clrMapOvr>
</p:sldLayout>
</file>

<file path=ppt/slideLayouts/slideLayout_80000044_135C786C.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EEE2A7A0-B9EE-41A8-8016-28E5803F20B2}" type="datetime1">
              <a:rPr lang="en-US" smtClean="0"/>
              <a:pPr/>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2482724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_80000000_74A254C3.xml.rels><?xml version="1.0" encoding="UTF-8" standalone="yes"?>
<Relationships xmlns="http://schemas.openxmlformats.org/package/2006/relationships"><Relationship Id="rId13" Type="http://schemas.openxmlformats.org/officeDocument/2006/relationships/slideLayout" Target="../slideLayouts/slideLayout_80000019_E60F5CDD.xml"/><Relationship Id="rId18" Type="http://schemas.openxmlformats.org/officeDocument/2006/relationships/slideLayout" Target="../slideLayouts/slideLayout_8000001E_386B076.xml"/><Relationship Id="rId26" Type="http://schemas.openxmlformats.org/officeDocument/2006/relationships/slideLayout" Target="../slideLayouts/slideLayout_80000026_62F7ADD7.xml"/><Relationship Id="rId39" Type="http://schemas.openxmlformats.org/officeDocument/2006/relationships/slideLayout" Target="../slideLayouts/slideLayout_80000033_2C4BF4AD.xml"/><Relationship Id="rId21" Type="http://schemas.openxmlformats.org/officeDocument/2006/relationships/slideLayout" Target="../slideLayouts/slideLayout_80000021_F1A9626B.xml"/><Relationship Id="rId34" Type="http://schemas.openxmlformats.org/officeDocument/2006/relationships/slideLayout" Target="../slideLayouts/slideLayout_8000002E_2323B3B7.xml"/><Relationship Id="rId42" Type="http://schemas.openxmlformats.org/officeDocument/2006/relationships/slideLayout" Target="../slideLayouts/slideLayout_80000036_11352F4B.xml"/><Relationship Id="rId47" Type="http://schemas.openxmlformats.org/officeDocument/2006/relationships/slideLayout" Target="../slideLayouts/slideLayout_8000003B_7A896220.xml"/><Relationship Id="rId50" Type="http://schemas.openxmlformats.org/officeDocument/2006/relationships/slideLayout" Target="../slideLayouts/slideLayout_8000003E_5C561E39.xml"/><Relationship Id="rId55" Type="http://schemas.openxmlformats.org/officeDocument/2006/relationships/slideLayout" Target="../slideLayouts/slideLayout_80000043_860414B7.xml"/><Relationship Id="rId7" Type="http://schemas.openxmlformats.org/officeDocument/2006/relationships/slideLayout" Target="../slideLayouts/slideLayout_80000007_B24B6E7A.xml"/><Relationship Id="rId2" Type="http://schemas.openxmlformats.org/officeDocument/2006/relationships/slideLayout" Target="../slideLayouts/slideLayout_80000002_670716B.xml"/><Relationship Id="rId16" Type="http://schemas.openxmlformats.org/officeDocument/2006/relationships/slideLayout" Target="../slideLayouts/slideLayout_8000001C_A5E5724E.xml"/><Relationship Id="rId29" Type="http://schemas.openxmlformats.org/officeDocument/2006/relationships/slideLayout" Target="../slideLayouts/slideLayout_80000029_66FDB913.xml"/><Relationship Id="rId11" Type="http://schemas.openxmlformats.org/officeDocument/2006/relationships/slideLayout" Target="../slideLayouts/slideLayout_8000000B_B999DDA9.xml"/><Relationship Id="rId24" Type="http://schemas.openxmlformats.org/officeDocument/2006/relationships/slideLayout" Target="../slideLayouts/slideLayout_80000024_5D8A8222.xml"/><Relationship Id="rId32" Type="http://schemas.openxmlformats.org/officeDocument/2006/relationships/slideLayout" Target="../slideLayouts/slideLayout_8000002C_36AEF731.xml"/><Relationship Id="rId37" Type="http://schemas.openxmlformats.org/officeDocument/2006/relationships/slideLayout" Target="../slideLayouts/slideLayout_80000031_100CD1F7.xml"/><Relationship Id="rId40" Type="http://schemas.openxmlformats.org/officeDocument/2006/relationships/slideLayout" Target="../slideLayouts/slideLayout_80000034_33FF49F4.xml"/><Relationship Id="rId45" Type="http://schemas.openxmlformats.org/officeDocument/2006/relationships/slideLayout" Target="../slideLayouts/slideLayout_80000039_78E74E31.xml"/><Relationship Id="rId53" Type="http://schemas.openxmlformats.org/officeDocument/2006/relationships/slideLayout" Target="../slideLayouts/slideLayout_80000041_E9E2F.xml"/><Relationship Id="rId5" Type="http://schemas.openxmlformats.org/officeDocument/2006/relationships/slideLayout" Target="../slideLayouts/slideLayout_80000005_5343DA43.xml"/><Relationship Id="rId19" Type="http://schemas.openxmlformats.org/officeDocument/2006/relationships/slideLayout" Target="../slideLayouts/slideLayout_8000001F_3584D2CD.xml"/><Relationship Id="rId4" Type="http://schemas.openxmlformats.org/officeDocument/2006/relationships/slideLayout" Target="../slideLayouts/slideLayout_80000004_C5C1C50A.xml"/><Relationship Id="rId9" Type="http://schemas.openxmlformats.org/officeDocument/2006/relationships/slideLayout" Target="../slideLayouts/slideLayout_80000009_C083FC15.xml"/><Relationship Id="rId14" Type="http://schemas.openxmlformats.org/officeDocument/2006/relationships/slideLayout" Target="../slideLayouts/slideLayout_8000001A_392F7B64.xml"/><Relationship Id="rId22" Type="http://schemas.openxmlformats.org/officeDocument/2006/relationships/slideLayout" Target="../slideLayouts/slideLayout_80000022_485FD784.xml"/><Relationship Id="rId27" Type="http://schemas.openxmlformats.org/officeDocument/2006/relationships/slideLayout" Target="../slideLayouts/slideLayout_80000027_DEE49F37.xml"/><Relationship Id="rId30" Type="http://schemas.openxmlformats.org/officeDocument/2006/relationships/slideLayout" Target="../slideLayouts/slideLayout_8000002A_CA6BACD7.xml"/><Relationship Id="rId35" Type="http://schemas.openxmlformats.org/officeDocument/2006/relationships/slideLayout" Target="../slideLayouts/slideLayout_8000002F_531C7512.xml"/><Relationship Id="rId43" Type="http://schemas.openxmlformats.org/officeDocument/2006/relationships/slideLayout" Target="../slideLayouts/slideLayout_80000037_9A26C76E.xml"/><Relationship Id="rId48" Type="http://schemas.openxmlformats.org/officeDocument/2006/relationships/slideLayout" Target="../slideLayouts/slideLayout_8000003C_BFA67F37.xml"/><Relationship Id="rId56" Type="http://schemas.openxmlformats.org/officeDocument/2006/relationships/slideLayout" Target="../slideLayouts/slideLayout_80000044_135C786C.xml"/><Relationship Id="rId8" Type="http://schemas.openxmlformats.org/officeDocument/2006/relationships/slideLayout" Target="../slideLayouts/slideLayout_80000008_51B262AC.xml"/><Relationship Id="rId51" Type="http://schemas.openxmlformats.org/officeDocument/2006/relationships/slideLayout" Target="../slideLayouts/slideLayout_8000003F_2F3CFA9B.xml"/><Relationship Id="rId3" Type="http://schemas.openxmlformats.org/officeDocument/2006/relationships/slideLayout" Target="../slideLayouts/slideLayout_80000003_61741091.xml"/><Relationship Id="rId12" Type="http://schemas.openxmlformats.org/officeDocument/2006/relationships/slideLayout" Target="../slideLayouts/slideLayout_80000018_EBDB1DC9.xml"/><Relationship Id="rId17" Type="http://schemas.openxmlformats.org/officeDocument/2006/relationships/slideLayout" Target="../slideLayouts/slideLayout_8000001D_30D56B7A.xml"/><Relationship Id="rId25" Type="http://schemas.openxmlformats.org/officeDocument/2006/relationships/slideLayout" Target="../slideLayouts/slideLayout_80000025_D514CBD0.xml"/><Relationship Id="rId33" Type="http://schemas.openxmlformats.org/officeDocument/2006/relationships/slideLayout" Target="../slideLayouts/slideLayout_8000002D_C3066215.xml"/><Relationship Id="rId38" Type="http://schemas.openxmlformats.org/officeDocument/2006/relationships/slideLayout" Target="../slideLayouts/slideLayout_80000032_453D70AD.xml"/><Relationship Id="rId46" Type="http://schemas.openxmlformats.org/officeDocument/2006/relationships/slideLayout" Target="../slideLayouts/slideLayout_8000003A_780969F.xml"/><Relationship Id="rId20" Type="http://schemas.openxmlformats.org/officeDocument/2006/relationships/slideLayout" Target="../slideLayouts/slideLayout_80000020_38B81BFF.xml"/><Relationship Id="rId41" Type="http://schemas.openxmlformats.org/officeDocument/2006/relationships/slideLayout" Target="../slideLayouts/slideLayout_80000035_F72CE54A.xml"/><Relationship Id="rId54" Type="http://schemas.openxmlformats.org/officeDocument/2006/relationships/slideLayout" Target="../slideLayouts/slideLayout_80000042_984F1233.xml"/><Relationship Id="rId1" Type="http://schemas.openxmlformats.org/officeDocument/2006/relationships/slideLayout" Target="../slideLayouts/slideLayout_80000001_4777832C.xml"/><Relationship Id="rId6" Type="http://schemas.openxmlformats.org/officeDocument/2006/relationships/slideLayout" Target="../slideLayouts/slideLayout_80000006_CC101AEA.xml"/><Relationship Id="rId15" Type="http://schemas.openxmlformats.org/officeDocument/2006/relationships/slideLayout" Target="../slideLayouts/slideLayout_8000001B_748A0BF4.xml"/><Relationship Id="rId23" Type="http://schemas.openxmlformats.org/officeDocument/2006/relationships/slideLayout" Target="../slideLayouts/slideLayout_80000023_368B342C.xml"/><Relationship Id="rId28" Type="http://schemas.openxmlformats.org/officeDocument/2006/relationships/slideLayout" Target="../slideLayouts/slideLayout_80000028_D899B56.xml"/><Relationship Id="rId36" Type="http://schemas.openxmlformats.org/officeDocument/2006/relationships/slideLayout" Target="../slideLayouts/slideLayout_80000030_E141D175.xml"/><Relationship Id="rId49" Type="http://schemas.openxmlformats.org/officeDocument/2006/relationships/slideLayout" Target="../slideLayouts/slideLayout_8000003D_55C6236F.xml"/><Relationship Id="rId57" Type="http://schemas.openxmlformats.org/officeDocument/2006/relationships/theme" Target="../theme/theme_80000000_74A254C3.xml"/><Relationship Id="rId10" Type="http://schemas.openxmlformats.org/officeDocument/2006/relationships/slideLayout" Target="../slideLayouts/slideLayout_8000000A_B8413FBC.xml"/><Relationship Id="rId31" Type="http://schemas.openxmlformats.org/officeDocument/2006/relationships/slideLayout" Target="../slideLayouts/slideLayout_8000002B_AE80DC77.xml"/><Relationship Id="rId44" Type="http://schemas.openxmlformats.org/officeDocument/2006/relationships/slideLayout" Target="../slideLayouts/slideLayout_80000038_BC2C2D30.xml"/><Relationship Id="rId52" Type="http://schemas.openxmlformats.org/officeDocument/2006/relationships/slideLayout" Target="../slideLayouts/slideLayout_80000040_9677907F.xml"/></Relationships>
</file>

<file path=ppt/slideMasters/slideMaster_80000000_74A254C3.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r>
              <a:rPr lang="en-US"/>
              <a:t>Sample Footer Text</a:t>
            </a:r>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7FA43F5B-065E-43CE-B3FD-98C48A6F94D7}" type="datetime1">
              <a:rPr lang="en-US" smtClean="0"/>
              <a:pPr/>
              <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2DE90F28-AFBB-4AB2-AA79-6D3F72ED131B}" type="slidenum">
              <a:rPr lang="en-US" smtClean="0"/>
              <a:pPr/>
              <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67955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_A0A_46CA629E.xml.rels><?xml version="1.0" encoding="UTF-8" standalone="yes"?>
<Relationships xmlns="http://schemas.openxmlformats.org/package/2006/relationships"><Relationship Id="rId3" Type="http://schemas.openxmlformats.org/officeDocument/2006/relationships/image" Target="../media/image_5F65DB0E.jpeg"/><Relationship Id="rId2" Type="http://schemas.openxmlformats.org/officeDocument/2006/relationships/notesSlide" Target="../notesSlides/notesSlide_A0A_46CA629E.xml"/><Relationship Id="rId1" Type="http://schemas.openxmlformats.org/officeDocument/2006/relationships/slideLayout" Target="../slideLayouts/slideLayout_80000023_368B342C.xml"/></Relationships>
</file>

<file path=ppt/slides/_rels/slide_A0B_209743D5.xml.rels><?xml version="1.0" encoding="UTF-8" standalone="yes"?>
<Relationships xmlns="http://schemas.openxmlformats.org/package/2006/relationships"><Relationship Id="rId3" Type="http://schemas.openxmlformats.org/officeDocument/2006/relationships/image" Target="../media/image_2AA2BDE.jpeg"/><Relationship Id="rId2" Type="http://schemas.openxmlformats.org/officeDocument/2006/relationships/notesSlide" Target="../notesSlides/notesSlide_A0B_209743D5.xml"/><Relationship Id="rId1" Type="http://schemas.openxmlformats.org/officeDocument/2006/relationships/slideLayout" Target="../slideLayouts/slideLayout_8000002F_531C7512.xml"/></Relationships>
</file>

<file path=ppt/slides/_rels/slide_A01_AD444DA4.xml.rels><?xml version="1.0" encoding="UTF-8" standalone="yes"?>
<Relationships xmlns="http://schemas.openxmlformats.org/package/2006/relationships"><Relationship Id="rId2" Type="http://schemas.openxmlformats.org/officeDocument/2006/relationships/notesSlide" Target="../notesSlides/notesSlide_A01_AD444DA4.xml"/><Relationship Id="rId1" Type="http://schemas.openxmlformats.org/officeDocument/2006/relationships/slideLayout" Target="../slideLayouts/slideLayout_80000007_B24B6E7A.xml"/></Relationships>
</file>

<file path=ppt/slides/_rels/slide_A02_7405ED9.xml.rels><?xml version="1.0" encoding="UTF-8" standalone="yes"?>
<Relationships xmlns="http://schemas.openxmlformats.org/package/2006/relationships"><Relationship Id="rId2" Type="http://schemas.openxmlformats.org/officeDocument/2006/relationships/notesSlide" Target="../notesSlides/notesSlide_A02_7405ED9.xml"/><Relationship Id="rId1" Type="http://schemas.openxmlformats.org/officeDocument/2006/relationships/slideLayout" Target="../slideLayouts/slideLayout_80000009_C083FC15.xml"/></Relationships>
</file>

<file path=ppt/slides/_rels/slide_A03_C89256B9.xml.rels><?xml version="1.0" encoding="UTF-8" standalone="yes"?>
<Relationships xmlns="http://schemas.openxmlformats.org/package/2006/relationships"><Relationship Id="rId3" Type="http://schemas.openxmlformats.org/officeDocument/2006/relationships/image" Target="../media/image_A34F3842.jpeg"/><Relationship Id="rId2" Type="http://schemas.openxmlformats.org/officeDocument/2006/relationships/notesSlide" Target="../notesSlides/notesSlide_A03_C89256B9.xml"/><Relationship Id="rId1" Type="http://schemas.openxmlformats.org/officeDocument/2006/relationships/slideLayout" Target="../slideLayouts/slideLayout_80000023_368B342C.xml"/></Relationships>
</file>

<file path=ppt/slides/_rels/slide_A04_19856DAC.xml.rels><?xml version="1.0" encoding="UTF-8" standalone="yes"?>
<Relationships xmlns="http://schemas.openxmlformats.org/package/2006/relationships"><Relationship Id="rId3" Type="http://schemas.openxmlformats.org/officeDocument/2006/relationships/image" Target="../media/image_D824DDAC.jpeg"/><Relationship Id="rId2" Type="http://schemas.openxmlformats.org/officeDocument/2006/relationships/notesSlide" Target="../notesSlides/notesSlide_A04_19856DAC.xml"/><Relationship Id="rId1" Type="http://schemas.openxmlformats.org/officeDocument/2006/relationships/slideLayout" Target="../slideLayouts/slideLayout_80000023_368B342C.xml"/></Relationships>
</file>

<file path=ppt/slides/_rels/slide_A05_2FF7BDFD.xml.rels><?xml version="1.0" encoding="UTF-8" standalone="yes"?>
<Relationships xmlns="http://schemas.openxmlformats.org/package/2006/relationships"><Relationship Id="rId3" Type="http://schemas.openxmlformats.org/officeDocument/2006/relationships/image" Target="../media/image_E2CE8875.jpeg"/><Relationship Id="rId2" Type="http://schemas.openxmlformats.org/officeDocument/2006/relationships/notesSlide" Target="../notesSlides/notesSlide_A05_2FF7BDFD.xml"/><Relationship Id="rId1" Type="http://schemas.openxmlformats.org/officeDocument/2006/relationships/slideLayout" Target="../slideLayouts/slideLayout_8000002F_531C7512.xml"/></Relationships>
</file>

<file path=ppt/slides/_rels/slide_A06_1F81C853.xml.rels><?xml version="1.0" encoding="UTF-8" standalone="yes"?>
<Relationships xmlns="http://schemas.openxmlformats.org/package/2006/relationships"><Relationship Id="rId3" Type="http://schemas.openxmlformats.org/officeDocument/2006/relationships/image" Target="../media/image_7EBFCDCC.jpeg"/><Relationship Id="rId2" Type="http://schemas.openxmlformats.org/officeDocument/2006/relationships/notesSlide" Target="../notesSlides/notesSlide_A06_1F81C853.xml"/><Relationship Id="rId1" Type="http://schemas.openxmlformats.org/officeDocument/2006/relationships/slideLayout" Target="../slideLayouts/slideLayout_80000023_368B342C.xml"/></Relationships>
</file>

<file path=ppt/slides/_rels/slide_A07_8927DD72.xml.rels><?xml version="1.0" encoding="UTF-8" standalone="yes"?>
<Relationships xmlns="http://schemas.openxmlformats.org/package/2006/relationships"><Relationship Id="rId3" Type="http://schemas.openxmlformats.org/officeDocument/2006/relationships/image" Target="../media/image_8D8DBA98.jpeg"/><Relationship Id="rId2" Type="http://schemas.openxmlformats.org/officeDocument/2006/relationships/notesSlide" Target="../notesSlides/notesSlide_A07_8927DD72.xml"/><Relationship Id="rId1" Type="http://schemas.openxmlformats.org/officeDocument/2006/relationships/slideLayout" Target="../slideLayouts/slideLayout_80000023_368B342C.xml"/></Relationships>
</file>

<file path=ppt/slides/_rels/slide_A08_85CB4226.xml.rels><?xml version="1.0" encoding="UTF-8" standalone="yes"?>
<Relationships xmlns="http://schemas.openxmlformats.org/package/2006/relationships"><Relationship Id="rId3" Type="http://schemas.openxmlformats.org/officeDocument/2006/relationships/image" Target="../media/image_A06C5165.jpeg"/><Relationship Id="rId2" Type="http://schemas.openxmlformats.org/officeDocument/2006/relationships/notesSlide" Target="../notesSlides/notesSlide_A08_85CB4226.xml"/><Relationship Id="rId1" Type="http://schemas.openxmlformats.org/officeDocument/2006/relationships/slideLayout" Target="../slideLayouts/slideLayout_80000025_D514CBD0.xml"/></Relationships>
</file>

<file path=ppt/slides/_rels/slide_A09_8C965D00.xml.rels><?xml version="1.0" encoding="UTF-8" standalone="yes"?>
<Relationships xmlns="http://schemas.openxmlformats.org/package/2006/relationships"><Relationship Id="rId3" Type="http://schemas.openxmlformats.org/officeDocument/2006/relationships/image" Target="../media/image_5E9B4CF.jpeg"/><Relationship Id="rId2" Type="http://schemas.openxmlformats.org/officeDocument/2006/relationships/notesSlide" Target="../notesSlides/notesSlide_A09_8C965D00.xml"/><Relationship Id="rId1" Type="http://schemas.openxmlformats.org/officeDocument/2006/relationships/slideLayout" Target="../slideLayouts/slideLayout_80000023_368B342C.xml"/></Relationships>
</file>

<file path=ppt/slides/slide_A0A_46CA629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087EA-B32D-C593-ED56-FC48E31019C6}"/>
              </a:ext>
            </a:extLst>
          </p:cNvPr>
          <p:cNvSpPr>
            <a:spLocks noGrp="1"/>
          </p:cNvSpPr>
          <p:nvPr>
            <p:ph type="title"/>
          </p:nvPr>
        </p:nvSpPr>
        <p:spPr>
          <a:xfrm>
            <a:off x="4480560" y="320040"/>
            <a:ext cx="6858000" cy="932688"/>
          </a:xfrm>
        </p:spPr>
        <p:txBody>
          <a:bodyPr anchor="b">
            <a:normAutofit/>
          </a:bodyPr>
          <a:lstStyle/>
          <a:p>
            <a:r>
              <a:rPr lang="en-US"/>
              <a:t>From Data to Insight</a:t>
            </a:r>
          </a:p>
        </p:txBody>
      </p:sp>
      <p:pic>
        <p:nvPicPr>
          <p:cNvPr id="8" name="Content Placeholder 7" descr="5G and AI technology, Global communication network concept.">
            <a:extLst>
              <a:ext uri="{FF2B5EF4-FFF2-40B4-BE49-F238E27FC236}">
                <a16:creationId xmlns:a16="http://schemas.microsoft.com/office/drawing/2014/main" id="{0A8D662A-55CF-45F5-BDEA-BFC5D9FCD940}"/>
              </a:ext>
            </a:extLst>
          </p:cNvPr>
          <p:cNvPicPr>
            <a:picLocks noGrp="1" noChangeAspect="1"/>
          </p:cNvPicPr>
          <p:nvPr>
            <p:ph type="pic" sz="quarter" idx="13"/>
          </p:nvPr>
        </p:nvPicPr>
        <p:blipFill>
          <a:blip r:embed="rId3"/>
          <a:srcRect l="28684" r="38316"/>
          <a:stretch>
            <a:fillRect/>
          </a:stretch>
        </p:blipFill>
        <p:spPr>
          <a:xfrm>
            <a:off x="20" y="1"/>
            <a:ext cx="4023340" cy="6858000"/>
          </a:xfrm>
        </p:spPr>
      </p:pic>
      <p:sp>
        <p:nvSpPr>
          <p:cNvPr id="5" name="Content Placeholder 4">
            <a:extLst>
              <a:ext uri="{FF2B5EF4-FFF2-40B4-BE49-F238E27FC236}">
                <a16:creationId xmlns:a16="http://schemas.microsoft.com/office/drawing/2014/main" id="{A10E00A8-C686-2A5D-8D21-0BAA0659762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Digital Data Linking</a:t>
            </a:r>
          </a:p>
          <a:p>
            <a:pPr marL="0" lvl="1" indent="0">
              <a:buFont typeface="Arial" panose="020B0604020202020204" pitchFamily="34" charset="0"/>
              <a:buNone/>
            </a:pPr>
            <a:r>
              <a:rPr lang="en-US" sz="1400"/>
              <a:t>Linking data via unique identifiers transforms basic records into comprehensive, meaningful datasets in real time.</a:t>
            </a:r>
          </a:p>
          <a:p>
            <a:pPr marL="0" indent="0">
              <a:spcBef>
                <a:spcPts val="2500"/>
              </a:spcBef>
              <a:buFont typeface="Arial" panose="020B0604020202020204" pitchFamily="34" charset="0"/>
              <a:buNone/>
            </a:pPr>
            <a:r>
              <a:rPr lang="en-US" sz="1400" b="1"/>
              <a:t>Evidence-Based Decision Making</a:t>
            </a:r>
          </a:p>
          <a:p>
            <a:pPr marL="0" lvl="1" indent="0">
              <a:buFont typeface="Arial" panose="020B0604020202020204" pitchFamily="34" charset="0"/>
              <a:buNone/>
            </a:pPr>
            <a:r>
              <a:rPr lang="en-US" sz="1400"/>
              <a:t>Aggregated data enables leadership to identify service demands, capacity needs, and underserved groups effectively.</a:t>
            </a:r>
          </a:p>
          <a:p>
            <a:pPr marL="0" indent="0">
              <a:spcBef>
                <a:spcPts val="2500"/>
              </a:spcBef>
              <a:buFont typeface="Arial" panose="020B0604020202020204" pitchFamily="34" charset="0"/>
              <a:buNone/>
            </a:pPr>
            <a:r>
              <a:rPr lang="en-US" sz="1400" b="1"/>
              <a:t>Privacy and Accountability</a:t>
            </a:r>
          </a:p>
          <a:p>
            <a:pPr marL="0" lvl="1" indent="0">
              <a:buFont typeface="Arial" panose="020B0604020202020204" pitchFamily="34" charset="0"/>
              <a:buNone/>
            </a:pPr>
            <a:r>
              <a:rPr lang="en-US" sz="1400"/>
              <a:t>Insights come from anonymized data ensuring privacy while supporting evaluation and impact demonstration.</a:t>
            </a:r>
          </a:p>
          <a:p>
            <a:pPr marL="0" indent="0">
              <a:spcBef>
                <a:spcPts val="2500"/>
              </a:spcBef>
              <a:buFont typeface="Arial" panose="020B0604020202020204" pitchFamily="34" charset="0"/>
              <a:buNone/>
            </a:pPr>
            <a:r>
              <a:rPr lang="en-US" sz="1400" b="1"/>
              <a:t>Strategic Asset for Improvement</a:t>
            </a:r>
          </a:p>
          <a:p>
            <a:pPr marL="0" lvl="1" indent="0">
              <a:buFont typeface="Arial" panose="020B0604020202020204" pitchFamily="34" charset="0"/>
              <a:buNone/>
            </a:pPr>
            <a:r>
              <a:rPr lang="en-US" sz="1400"/>
              <a:t>Operational data becomes a strategic asset for continuous improvement and resource optimization.</a:t>
            </a:r>
          </a:p>
        </p:txBody>
      </p:sp>
      <p:sp>
        <p:nvSpPr>
          <p:cNvPr id="6" name="Date Placeholder 5">
            <a:extLst>
              <a:ext uri="{FF2B5EF4-FFF2-40B4-BE49-F238E27FC236}">
                <a16:creationId xmlns:a16="http://schemas.microsoft.com/office/drawing/2014/main" id="{55F7567D-A5C9-D528-8FF1-0E9ACAEF293E}"/>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5162AE82-B709-CA30-CC8C-E0C183AC3E7A}"/>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DEABCB5C-7965-4327-80BA-05A250ECF337}"/>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11876686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B_209743D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B702-C185-6221-60F1-D99B0DEF9F62}"/>
              </a:ext>
            </a:extLst>
          </p:cNvPr>
          <p:cNvSpPr>
            <a:spLocks noGrp="1"/>
          </p:cNvSpPr>
          <p:nvPr>
            <p:ph type="title"/>
          </p:nvPr>
        </p:nvSpPr>
        <p:spPr>
          <a:xfrm>
            <a:off x="731520" y="320040"/>
            <a:ext cx="10780776" cy="932688"/>
          </a:xfrm>
        </p:spPr>
        <p:txBody>
          <a:bodyPr anchor="b">
            <a:normAutofit/>
          </a:bodyPr>
          <a:lstStyle/>
          <a:p>
            <a:r>
              <a:rPr lang="en-US"/>
              <a:t>One Family, One Journey</a:t>
            </a:r>
          </a:p>
        </p:txBody>
      </p:sp>
      <p:sp>
        <p:nvSpPr>
          <p:cNvPr id="3" name="Footer Placeholder 2">
            <a:extLst>
              <a:ext uri="{FF2B5EF4-FFF2-40B4-BE49-F238E27FC236}">
                <a16:creationId xmlns:a16="http://schemas.microsoft.com/office/drawing/2014/main" id="{0D962227-D0AD-1746-53F2-41457C211F01}"/>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pic>
        <p:nvPicPr>
          <p:cNvPr id="8" name="Content Placeholder 7" descr="Social Network Backgrounds">
            <a:extLst>
              <a:ext uri="{FF2B5EF4-FFF2-40B4-BE49-F238E27FC236}">
                <a16:creationId xmlns:a16="http://schemas.microsoft.com/office/drawing/2014/main" id="{7D02CDD0-4CE8-41DD-A1CC-690C71D24FC1}"/>
              </a:ext>
            </a:extLst>
          </p:cNvPr>
          <p:cNvPicPr>
            <a:picLocks noGrp="1" noChangeAspect="1"/>
          </p:cNvPicPr>
          <p:nvPr>
            <p:ph type="pic" sz="quarter" idx="13"/>
          </p:nvPr>
        </p:nvPicPr>
        <p:blipFill>
          <a:blip r:embed="rId3"/>
          <a:srcRect l="19364" r="22992" b="-3"/>
          <a:stretch>
            <a:fillRect/>
          </a:stretch>
        </p:blipFill>
        <p:spPr>
          <a:xfrm>
            <a:off x="731520" y="1816163"/>
            <a:ext cx="3920691" cy="4540188"/>
          </a:xfrm>
        </p:spPr>
      </p:pic>
      <p:sp>
        <p:nvSpPr>
          <p:cNvPr id="5" name="Content Placeholder 4">
            <a:extLst>
              <a:ext uri="{FF2B5EF4-FFF2-40B4-BE49-F238E27FC236}">
                <a16:creationId xmlns:a16="http://schemas.microsoft.com/office/drawing/2014/main" id="{242EC57B-99CD-D15D-5757-5ABABDD459E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9516" y="1812758"/>
            <a:ext cx="6349381" cy="4540188"/>
          </a:xfrm>
        </p:spPr>
        <p:txBody>
          <a:bodyPr>
            <a:normAutofit/>
          </a:bodyPr>
          <a:lstStyle/>
          <a:p>
            <a:pPr marL="0" indent="0">
              <a:spcBef>
                <a:spcPts val="2500"/>
              </a:spcBef>
              <a:buFont typeface="Arial" panose="020B0604020202020204" pitchFamily="34" charset="0"/>
              <a:buNone/>
            </a:pPr>
            <a:r>
              <a:rPr lang="en-US" sz="1400" b="1"/>
              <a:t>Unified Digital Gateway</a:t>
            </a:r>
          </a:p>
          <a:p>
            <a:pPr marL="0" lvl="1" indent="0">
              <a:buFont typeface="Arial" panose="020B0604020202020204" pitchFamily="34" charset="0"/>
              <a:buNone/>
            </a:pPr>
            <a:r>
              <a:rPr lang="en-US" sz="1400"/>
              <a:t>Replacing paper with a single digital portal streamlines support systems and reduces friction for families.</a:t>
            </a:r>
          </a:p>
          <a:p>
            <a:pPr marL="0" indent="0">
              <a:spcBef>
                <a:spcPts val="2500"/>
              </a:spcBef>
              <a:buFont typeface="Arial" panose="020B0604020202020204" pitchFamily="34" charset="0"/>
              <a:buNone/>
            </a:pPr>
            <a:r>
              <a:rPr lang="en-US" sz="1400" b="1"/>
              <a:t>Family Hub ID System</a:t>
            </a:r>
          </a:p>
          <a:p>
            <a:pPr marL="0" lvl="1" indent="0">
              <a:buFont typeface="Arial" panose="020B0604020202020204" pitchFamily="34" charset="0"/>
              <a:buNone/>
            </a:pPr>
            <a:r>
              <a:rPr lang="en-US" sz="1400"/>
              <a:t>A unique Family Hub ID ensures continuity and dignity by linking all family interactions and support.</a:t>
            </a:r>
          </a:p>
          <a:p>
            <a:pPr marL="0" indent="0">
              <a:spcBef>
                <a:spcPts val="2500"/>
              </a:spcBef>
              <a:buFont typeface="Arial" panose="020B0604020202020204" pitchFamily="34" charset="0"/>
              <a:buNone/>
            </a:pPr>
            <a:r>
              <a:rPr lang="en-US" sz="1400" b="1"/>
              <a:t>Improved Outcomes and Efficiency</a:t>
            </a:r>
          </a:p>
          <a:p>
            <a:pPr marL="0" lvl="1" indent="0">
              <a:buFont typeface="Arial" panose="020B0604020202020204" pitchFamily="34" charset="0"/>
              <a:buNone/>
            </a:pPr>
            <a:r>
              <a:rPr lang="en-US" sz="1400"/>
              <a:t>Staff save time and gain insights to allocate resources wisely, enhancing service effectiveness.</a:t>
            </a:r>
          </a:p>
          <a:p>
            <a:pPr marL="0" indent="0">
              <a:spcBef>
                <a:spcPts val="2500"/>
              </a:spcBef>
              <a:buFont typeface="Arial" panose="020B0604020202020204" pitchFamily="34" charset="0"/>
              <a:buNone/>
            </a:pPr>
            <a:r>
              <a:rPr lang="en-US" sz="1400" b="1"/>
              <a:t>People-Centered Transformation</a:t>
            </a:r>
          </a:p>
          <a:p>
            <a:pPr marL="0" lvl="1" indent="0">
              <a:buFont typeface="Arial" panose="020B0604020202020204" pitchFamily="34" charset="0"/>
              <a:buNone/>
            </a:pPr>
            <a:r>
              <a:rPr lang="en-US" sz="1400"/>
              <a:t>The golden thread focuses on people, ensuring every interaction contributes to a supportive journey.</a:t>
            </a:r>
          </a:p>
        </p:txBody>
      </p:sp>
      <p:sp>
        <p:nvSpPr>
          <p:cNvPr id="6" name="Date Placeholder 5">
            <a:extLst>
              <a:ext uri="{FF2B5EF4-FFF2-40B4-BE49-F238E27FC236}">
                <a16:creationId xmlns:a16="http://schemas.microsoft.com/office/drawing/2014/main" id="{1F83F13A-F4A1-E610-EA28-D85A5E948049}"/>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7" name="Slide Number Placeholder 6">
            <a:extLst>
              <a:ext uri="{FF2B5EF4-FFF2-40B4-BE49-F238E27FC236}">
                <a16:creationId xmlns:a16="http://schemas.microsoft.com/office/drawing/2014/main" id="{9A1CED87-B071-8835-91C2-643BE3903773}"/>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54678421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1_AD444DA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D2F0F-DCB2-829E-53BF-DA8C8317E52F}"/>
              </a:ext>
            </a:extLst>
          </p:cNvPr>
          <p:cNvSpPr>
            <a:spLocks noGrp="1"/>
          </p:cNvSpPr>
          <p:nvPr>
            <p:ph type="title"/>
          </p:nvPr>
        </p:nvSpPr>
        <p:spPr>
          <a:xfrm>
            <a:off x="838200" y="2578608"/>
            <a:ext cx="7879335" cy="3592629"/>
          </a:xfrm>
        </p:spPr>
        <p:txBody>
          <a:bodyPr anchor="b">
            <a:normAutofit/>
          </a:bodyPr>
          <a:lstStyle/>
          <a:p>
            <a:r>
              <a:rPr lang="en-US" sz="5100"/>
              <a:t>From Paper to People: The Golden Thread for Northumberland Family Hubs</a:t>
            </a:r>
          </a:p>
        </p:txBody>
      </p:sp>
      <p:sp>
        <p:nvSpPr>
          <p:cNvPr id="4" name="Footer Placeholder 3">
            <a:extLst>
              <a:ext uri="{FF2B5EF4-FFF2-40B4-BE49-F238E27FC236}">
                <a16:creationId xmlns:a16="http://schemas.microsoft.com/office/drawing/2014/main" id="{9B421657-D1D6-70DD-B7E9-7FFC6DEC44CD}"/>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3" name="Subtitle 2">
            <a:extLst>
              <a:ext uri="{FF2B5EF4-FFF2-40B4-BE49-F238E27FC236}">
                <a16:creationId xmlns:a16="http://schemas.microsoft.com/office/drawing/2014/main" id="{E27AE73A-01D0-86C6-79F3-900F5B6D7A53}"/>
              </a:ext>
            </a:extLst>
          </p:cNvPr>
          <p:cNvSpPr>
            <a:spLocks noGrp="1"/>
          </p:cNvSpPr>
          <p:nvPr>
            <p:ph type="body" sz="quarter" idx="15"/>
          </p:nvPr>
        </p:nvSpPr>
        <p:spPr>
          <a:xfrm>
            <a:off x="3987800" y="368300"/>
            <a:ext cx="7375525" cy="1014413"/>
          </a:xfrm>
        </p:spPr>
        <p:txBody>
          <a:bodyPr anchor="ctr">
            <a:normAutofit/>
          </a:bodyPr>
          <a:lstStyle/>
          <a:p>
            <a:r>
              <a:rPr lang="en-US"/>
              <a:t>Connecting documentation to meaningful family support services</a:t>
            </a:r>
          </a:p>
        </p:txBody>
      </p:sp>
      <p:sp>
        <p:nvSpPr>
          <p:cNvPr id="5" name="Date Placeholder 4">
            <a:extLst>
              <a:ext uri="{FF2B5EF4-FFF2-40B4-BE49-F238E27FC236}">
                <a16:creationId xmlns:a16="http://schemas.microsoft.com/office/drawing/2014/main" id="{A179FAED-9FAE-8829-00F8-4E5DEC26A6F3}"/>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853AF7B0-609F-37CD-CAA0-3CDF49DE16FA}"/>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
            </a:fld>
            <a:endParaRPr lang="en-US"/>
          </a:p>
        </p:txBody>
      </p:sp>
    </p:spTree>
    <p:extLst>
      <p:ext uri="{BB962C8B-B14F-4D97-AF65-F5344CB8AC3E}">
        <p14:creationId xmlns:p14="http://schemas.microsoft.com/office/powerpoint/2010/main" val="2906934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250"/>
                                  </p:stCondLst>
                                  <p:iterate>
                                    <p:tmPct val="10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_A02_7405ED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7E418-609E-183D-ABE6-D555465CB133}"/>
              </a:ext>
            </a:extLst>
          </p:cNvPr>
          <p:cNvSpPr>
            <a:spLocks noGrp="1"/>
          </p:cNvSpPr>
          <p:nvPr>
            <p:ph type="title"/>
          </p:nvPr>
        </p:nvSpPr>
        <p:spPr>
          <a:xfrm>
            <a:off x="838200" y="859536"/>
            <a:ext cx="9546336" cy="3675885"/>
          </a:xfrm>
        </p:spPr>
        <p:txBody>
          <a:bodyPr anchor="t">
            <a:normAutofit/>
          </a:bodyPr>
          <a:lstStyle/>
          <a:p>
            <a:r>
              <a:rPr lang="en-US"/>
              <a:t>From Paper to People: Transforming Family Hub Registration</a:t>
            </a:r>
          </a:p>
        </p:txBody>
      </p:sp>
      <p:sp>
        <p:nvSpPr>
          <p:cNvPr id="4" name="Footer Placeholder 3">
            <a:extLst>
              <a:ext uri="{FF2B5EF4-FFF2-40B4-BE49-F238E27FC236}">
                <a16:creationId xmlns:a16="http://schemas.microsoft.com/office/drawing/2014/main" id="{B07DBB76-7137-E1B2-0868-4D5B481CA3D9}"/>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71A65C51-5C01-59B4-E583-D59ACBFB7F35}"/>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7FA43F5B-065E-43CE-B3FD-98C48A6F94D7}" type="datetime1">
              <a:rPr lang="en-US" smtClean="0"/>
              <a:pPr>
                <a:spcAft>
                  <a:spcPts val="600"/>
                </a:spcAft>
              </a:pPr>
              <a:t/>
            </a:fld>
            <a:endParaRPr lang="en-US"/>
          </a:p>
        </p:txBody>
      </p:sp>
      <p:sp>
        <p:nvSpPr>
          <p:cNvPr id="6" name="Slide Number Placeholder 5">
            <a:extLst>
              <a:ext uri="{FF2B5EF4-FFF2-40B4-BE49-F238E27FC236}">
                <a16:creationId xmlns:a16="http://schemas.microsoft.com/office/drawing/2014/main" id="{B22AC726-4B07-45CB-3C27-FBE843B515FF}"/>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2DE90F28-AFBB-4AB2-AA79-6D3F72ED131B}" type="slidenum">
              <a:rPr lang="en-US" smtClean="0"/>
              <a:pPr>
                <a:spcAft>
                  <a:spcPts val="600"/>
                </a:spcAft>
              </a:pPr>
              <a:t/>
            </a:fld>
            <a:endParaRPr lang="en-US"/>
          </a:p>
        </p:txBody>
      </p:sp>
    </p:spTree>
    <p:extLst>
      <p:ext uri="{BB962C8B-B14F-4D97-AF65-F5344CB8AC3E}">
        <p14:creationId xmlns:p14="http://schemas.microsoft.com/office/powerpoint/2010/main" val="1216590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C89256B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0C2E2-5ECC-5DB7-48F9-872ED3B25584}"/>
              </a:ext>
            </a:extLst>
          </p:cNvPr>
          <p:cNvSpPr>
            <a:spLocks noGrp="1"/>
          </p:cNvSpPr>
          <p:nvPr>
            <p:ph type="title"/>
          </p:nvPr>
        </p:nvSpPr>
        <p:spPr>
          <a:xfrm>
            <a:off x="4480560" y="320040"/>
            <a:ext cx="6858000" cy="932688"/>
          </a:xfrm>
        </p:spPr>
        <p:txBody>
          <a:bodyPr anchor="b">
            <a:normAutofit/>
          </a:bodyPr>
          <a:lstStyle/>
          <a:p>
            <a:r>
              <a:rPr lang="en-US" sz="3000"/>
              <a:t>From Paper to People – Setting the Vision</a:t>
            </a:r>
          </a:p>
        </p:txBody>
      </p:sp>
      <p:pic>
        <p:nvPicPr>
          <p:cNvPr id="8" name="Content Placeholder 7" descr="Hand holding a smartphone with illustrated social network connections and their users.">
            <a:extLst>
              <a:ext uri="{FF2B5EF4-FFF2-40B4-BE49-F238E27FC236}">
                <a16:creationId xmlns:a16="http://schemas.microsoft.com/office/drawing/2014/main" id="{411DAE13-693A-47D5-B2E4-8D625DEF6C2F}"/>
              </a:ext>
            </a:extLst>
          </p:cNvPr>
          <p:cNvPicPr>
            <a:picLocks noGrp="1" noChangeAspect="1"/>
          </p:cNvPicPr>
          <p:nvPr>
            <p:ph type="pic" sz="quarter" idx="13"/>
          </p:nvPr>
        </p:nvPicPr>
        <p:blipFill>
          <a:blip r:embed="rId3"/>
          <a:srcRect l="8488" r="3622"/>
          <a:stretch>
            <a:fillRect/>
          </a:stretch>
        </p:blipFill>
        <p:spPr>
          <a:xfrm>
            <a:off x="20" y="1"/>
            <a:ext cx="4023340" cy="6858000"/>
          </a:xfrm>
        </p:spPr>
      </p:pic>
      <p:sp>
        <p:nvSpPr>
          <p:cNvPr id="5" name="Content Placeholder 4">
            <a:extLst>
              <a:ext uri="{FF2B5EF4-FFF2-40B4-BE49-F238E27FC236}">
                <a16:creationId xmlns:a16="http://schemas.microsoft.com/office/drawing/2014/main" id="{BBB3E304-2B34-DBCE-3055-EC2BC013520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Human-Centred Service Design</a:t>
            </a:r>
          </a:p>
          <a:p>
            <a:pPr marL="0" lvl="1" indent="0">
              <a:buFont typeface="Arial" panose="020B0604020202020204" pitchFamily="34" charset="0"/>
              <a:buNone/>
            </a:pPr>
            <a:r>
              <a:rPr lang="en-US" sz="1400"/>
              <a:t>Shift focus from administrative tasks to compassionate, timely support for families in need.</a:t>
            </a:r>
          </a:p>
          <a:p>
            <a:pPr marL="0" indent="0">
              <a:spcBef>
                <a:spcPts val="2500"/>
              </a:spcBef>
              <a:buFont typeface="Arial" panose="020B0604020202020204" pitchFamily="34" charset="0"/>
              <a:buNone/>
            </a:pPr>
            <a:r>
              <a:rPr lang="en-US" sz="1400" b="1"/>
              <a:t>Reducing Administrative Burden</a:t>
            </a:r>
          </a:p>
          <a:p>
            <a:pPr marL="0" lvl="1" indent="0">
              <a:buFont typeface="Arial" panose="020B0604020202020204" pitchFamily="34" charset="0"/>
              <a:buNone/>
            </a:pPr>
            <a:r>
              <a:rPr lang="en-US" sz="1400"/>
              <a:t>Digital tools should eliminate friction and free staff time for meaningful engagement with families.</a:t>
            </a:r>
          </a:p>
          <a:p>
            <a:pPr marL="0" indent="0">
              <a:spcBef>
                <a:spcPts val="2500"/>
              </a:spcBef>
              <a:buFont typeface="Arial" panose="020B0604020202020204" pitchFamily="34" charset="0"/>
              <a:buNone/>
            </a:pPr>
            <a:r>
              <a:rPr lang="en-US" sz="1400" b="1"/>
              <a:t>Data Serving People</a:t>
            </a:r>
          </a:p>
          <a:p>
            <a:pPr marL="0" lvl="1" indent="0">
              <a:buFont typeface="Arial" panose="020B0604020202020204" pitchFamily="34" charset="0"/>
              <a:buNone/>
            </a:pPr>
            <a:r>
              <a:rPr lang="en-US" sz="1400"/>
              <a:t>Collected data should enhance decisions, ensure fair funding, and improve outcomes for families.</a:t>
            </a:r>
          </a:p>
          <a:p>
            <a:pPr marL="0" indent="0">
              <a:spcBef>
                <a:spcPts val="2500"/>
              </a:spcBef>
              <a:buFont typeface="Arial" panose="020B0604020202020204" pitchFamily="34" charset="0"/>
              <a:buNone/>
            </a:pPr>
            <a:r>
              <a:rPr lang="en-US" sz="1400" b="1"/>
              <a:t>Purpose Over Technology</a:t>
            </a:r>
          </a:p>
          <a:p>
            <a:pPr marL="0" lvl="1" indent="0">
              <a:buFont typeface="Arial" panose="020B0604020202020204" pitchFamily="34" charset="0"/>
              <a:buNone/>
            </a:pPr>
            <a:r>
              <a:rPr lang="en-US" sz="1400"/>
              <a:t>Focus on better family experiences and sustainable work methods, not digitisation alone.</a:t>
            </a:r>
          </a:p>
        </p:txBody>
      </p:sp>
      <p:sp>
        <p:nvSpPr>
          <p:cNvPr id="6" name="Date Placeholder 5">
            <a:extLst>
              <a:ext uri="{FF2B5EF4-FFF2-40B4-BE49-F238E27FC236}">
                <a16:creationId xmlns:a16="http://schemas.microsoft.com/office/drawing/2014/main" id="{9FAE02DA-7ACC-0097-5374-E496CC1F47A5}"/>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751A459D-040D-0D52-ED21-CA01E6A11C0D}"/>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6581DEA7-C395-C853-4560-930DE646AEFE}"/>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33650336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4_19856DA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DB6C9-3EC9-B02C-1A87-7E42982016AF}"/>
              </a:ext>
            </a:extLst>
          </p:cNvPr>
          <p:cNvSpPr>
            <a:spLocks noGrp="1"/>
          </p:cNvSpPr>
          <p:nvPr>
            <p:ph type="title"/>
          </p:nvPr>
        </p:nvSpPr>
        <p:spPr>
          <a:xfrm>
            <a:off x="4480560" y="320040"/>
            <a:ext cx="6858000" cy="932688"/>
          </a:xfrm>
        </p:spPr>
        <p:txBody>
          <a:bodyPr anchor="b">
            <a:normAutofit/>
          </a:bodyPr>
          <a:lstStyle/>
          <a:p>
            <a:r>
              <a:rPr lang="en-US" sz="3000"/>
              <a:t>The Current Experience for Families</a:t>
            </a:r>
          </a:p>
        </p:txBody>
      </p:sp>
      <p:pic>
        <p:nvPicPr>
          <p:cNvPr id="8" name="Content Placeholder 7" descr="Man and woman, married couple having financial problems at home.">
            <a:extLst>
              <a:ext uri="{FF2B5EF4-FFF2-40B4-BE49-F238E27FC236}">
                <a16:creationId xmlns:a16="http://schemas.microsoft.com/office/drawing/2014/main" id="{463EE136-4880-41C6-9A8A-6B8534F74682}"/>
              </a:ext>
            </a:extLst>
          </p:cNvPr>
          <p:cNvPicPr>
            <a:picLocks noGrp="1" noChangeAspect="1"/>
          </p:cNvPicPr>
          <p:nvPr>
            <p:ph type="pic" sz="quarter" idx="13"/>
          </p:nvPr>
        </p:nvPicPr>
        <p:blipFill>
          <a:blip r:embed="rId3"/>
          <a:srcRect l="40732" r="20108" b="-2"/>
          <a:stretch>
            <a:fillRect/>
          </a:stretch>
        </p:blipFill>
        <p:spPr>
          <a:xfrm>
            <a:off x="20" y="1"/>
            <a:ext cx="4023340" cy="6858000"/>
          </a:xfrm>
        </p:spPr>
      </p:pic>
      <p:sp>
        <p:nvSpPr>
          <p:cNvPr id="5" name="Content Placeholder 4">
            <a:extLst>
              <a:ext uri="{FF2B5EF4-FFF2-40B4-BE49-F238E27FC236}">
                <a16:creationId xmlns:a16="http://schemas.microsoft.com/office/drawing/2014/main" id="{523B22D5-7DE0-77C2-7380-D063E9BEAC0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Stressful Paper-Based Registration</a:t>
            </a:r>
          </a:p>
          <a:p>
            <a:pPr marL="0" lvl="1" indent="0">
              <a:buFont typeface="Arial" panose="020B0604020202020204" pitchFamily="34" charset="0"/>
              <a:buNone/>
            </a:pPr>
            <a:r>
              <a:rPr lang="en-US" sz="1400"/>
              <a:t>Families struggle with completing paper forms while managing young children, leading to errors and stress.</a:t>
            </a:r>
          </a:p>
          <a:p>
            <a:pPr marL="0" indent="0">
              <a:spcBef>
                <a:spcPts val="2500"/>
              </a:spcBef>
              <a:buFont typeface="Arial" panose="020B0604020202020204" pitchFamily="34" charset="0"/>
              <a:buNone/>
            </a:pPr>
            <a:r>
              <a:rPr lang="en-US" sz="1400" b="1"/>
              <a:t>Repeated Data Collection</a:t>
            </a:r>
          </a:p>
          <a:p>
            <a:pPr marL="0" lvl="1" indent="0">
              <a:buFont typeface="Arial" panose="020B0604020202020204" pitchFamily="34" charset="0"/>
              <a:buNone/>
            </a:pPr>
            <a:r>
              <a:rPr lang="en-US" sz="1400"/>
              <a:t>Families face frustration from answering the same questions repeatedly across different services and hubs.</a:t>
            </a:r>
          </a:p>
          <a:p>
            <a:pPr marL="0" indent="0">
              <a:spcBef>
                <a:spcPts val="2500"/>
              </a:spcBef>
              <a:buFont typeface="Arial" panose="020B0604020202020204" pitchFamily="34" charset="0"/>
              <a:buNone/>
            </a:pPr>
            <a:r>
              <a:rPr lang="en-US" sz="1400" b="1"/>
              <a:t>Emotional and Practical Barriers</a:t>
            </a:r>
          </a:p>
          <a:p>
            <a:pPr marL="0" lvl="1" indent="0">
              <a:buFont typeface="Arial" panose="020B0604020202020204" pitchFamily="34" charset="0"/>
              <a:buNone/>
            </a:pPr>
            <a:r>
              <a:rPr lang="en-US" sz="1400"/>
              <a:t>The cumbersome process creates emotional barriers, deterring families from accessing vital support services.</a:t>
            </a:r>
          </a:p>
          <a:p>
            <a:pPr marL="0" indent="0">
              <a:spcBef>
                <a:spcPts val="2500"/>
              </a:spcBef>
              <a:buFont typeface="Arial" panose="020B0604020202020204" pitchFamily="34" charset="0"/>
              <a:buNone/>
            </a:pPr>
            <a:r>
              <a:rPr lang="en-US" sz="1400" b="1"/>
              <a:t>Need for Empathetic Change</a:t>
            </a:r>
          </a:p>
          <a:p>
            <a:pPr marL="0" lvl="1" indent="0">
              <a:buFont typeface="Arial" panose="020B0604020202020204" pitchFamily="34" charset="0"/>
              <a:buNone/>
            </a:pPr>
            <a:r>
              <a:rPr lang="en-US" sz="1400"/>
              <a:t>Highlighting families’ lived experiences grounds the case for improving systems with empathy and inclusion.</a:t>
            </a:r>
          </a:p>
        </p:txBody>
      </p:sp>
      <p:sp>
        <p:nvSpPr>
          <p:cNvPr id="6" name="Date Placeholder 5">
            <a:extLst>
              <a:ext uri="{FF2B5EF4-FFF2-40B4-BE49-F238E27FC236}">
                <a16:creationId xmlns:a16="http://schemas.microsoft.com/office/drawing/2014/main" id="{6EA85456-2932-621A-B2FA-A2FCF9983D38}"/>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382E4A51-3774-22EA-33EB-EC245C2483A2}"/>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63BFBFCF-095E-2560-A4ED-187B04236636}"/>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428174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5_2FF7BDF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D4B8E-6E7E-002C-E635-D0078D1C509E}"/>
              </a:ext>
            </a:extLst>
          </p:cNvPr>
          <p:cNvSpPr>
            <a:spLocks noGrp="1"/>
          </p:cNvSpPr>
          <p:nvPr>
            <p:ph type="title"/>
          </p:nvPr>
        </p:nvSpPr>
        <p:spPr>
          <a:xfrm>
            <a:off x="731520" y="320040"/>
            <a:ext cx="10780776" cy="932688"/>
          </a:xfrm>
        </p:spPr>
        <p:txBody>
          <a:bodyPr anchor="b">
            <a:normAutofit/>
          </a:bodyPr>
          <a:lstStyle/>
          <a:p>
            <a:r>
              <a:rPr lang="en-US"/>
              <a:t>Impact on Staff and the Organisation</a:t>
            </a:r>
          </a:p>
        </p:txBody>
      </p:sp>
      <p:sp>
        <p:nvSpPr>
          <p:cNvPr id="3" name="Footer Placeholder 2">
            <a:extLst>
              <a:ext uri="{FF2B5EF4-FFF2-40B4-BE49-F238E27FC236}">
                <a16:creationId xmlns:a16="http://schemas.microsoft.com/office/drawing/2014/main" id="{7DB6B599-2D21-2F4A-12DE-95794F44C0A0}"/>
              </a:ext>
            </a:extLst>
          </p:cNvPr>
          <p:cNvSpPr>
            <a:spLocks noGrp="1"/>
          </p:cNvSpPr>
          <p:nvPr>
            <p:ph type="ftr" sz="quarter" idx="11"/>
          </p:nvPr>
        </p:nvSpPr>
        <p:spPr>
          <a:xfrm rot="16200000">
            <a:off x="-1131161" y="1592957"/>
            <a:ext cx="2973522" cy="365125"/>
          </a:xfrm>
        </p:spPr>
        <p:txBody>
          <a:bodyPr anchor="ctr">
            <a:normAutofit/>
          </a:bodyPr>
          <a:lstStyle/>
          <a:p>
            <a:pPr>
              <a:spcAft>
                <a:spcPts val="600"/>
              </a:spcAft>
            </a:pPr>
            <a:r>
              <a:rPr lang="en-US"/>
              <a:t>Sample Footer Text</a:t>
            </a:r>
          </a:p>
        </p:txBody>
      </p:sp>
      <p:pic>
        <p:nvPicPr>
          <p:cNvPr id="8" name="Content Placeholder 7" descr="Shot of businesspeople throwing paperwork in the air in the office">
            <a:extLst>
              <a:ext uri="{FF2B5EF4-FFF2-40B4-BE49-F238E27FC236}">
                <a16:creationId xmlns:a16="http://schemas.microsoft.com/office/drawing/2014/main" id="{5E508761-BB5C-4593-BA77-6138490DC0F4}"/>
              </a:ext>
            </a:extLst>
          </p:cNvPr>
          <p:cNvPicPr>
            <a:picLocks noGrp="1" noChangeAspect="1"/>
          </p:cNvPicPr>
          <p:nvPr>
            <p:ph type="pic" sz="quarter" idx="13"/>
          </p:nvPr>
        </p:nvPicPr>
        <p:blipFill>
          <a:blip r:embed="rId3"/>
          <a:srcRect l="23321" r="18391" b="3"/>
          <a:stretch>
            <a:fillRect/>
          </a:stretch>
        </p:blipFill>
        <p:spPr>
          <a:xfrm>
            <a:off x="731520" y="1816163"/>
            <a:ext cx="3920691" cy="4540188"/>
          </a:xfrm>
        </p:spPr>
      </p:pic>
      <p:sp>
        <p:nvSpPr>
          <p:cNvPr id="5" name="Content Placeholder 4">
            <a:extLst>
              <a:ext uri="{FF2B5EF4-FFF2-40B4-BE49-F238E27FC236}">
                <a16:creationId xmlns:a16="http://schemas.microsoft.com/office/drawing/2014/main" id="{A810B5A5-6B8B-B3F6-16DE-239DB536340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9516" y="1812758"/>
            <a:ext cx="6349381" cy="4540188"/>
          </a:xfrm>
        </p:spPr>
        <p:txBody>
          <a:bodyPr>
            <a:normAutofit/>
          </a:bodyPr>
          <a:lstStyle/>
          <a:p>
            <a:pPr marL="0" indent="0">
              <a:spcBef>
                <a:spcPts val="2500"/>
              </a:spcBef>
              <a:buFont typeface="Arial" panose="020B0604020202020204" pitchFamily="34" charset="0"/>
              <a:buNone/>
            </a:pPr>
            <a:r>
              <a:rPr lang="en-US" sz="1400" b="1"/>
              <a:t>Staff Time Wastage</a:t>
            </a:r>
          </a:p>
          <a:p>
            <a:pPr marL="0" lvl="1" indent="0">
              <a:buFont typeface="Arial" panose="020B0604020202020204" pitchFamily="34" charset="0"/>
              <a:buNone/>
            </a:pPr>
            <a:r>
              <a:rPr lang="en-US" sz="1400"/>
              <a:t>Frontline staff spend excessive time transferring handwritten data into digital systems, reducing direct family support.</a:t>
            </a:r>
          </a:p>
          <a:p>
            <a:pPr marL="0" indent="0">
              <a:spcBef>
                <a:spcPts val="2500"/>
              </a:spcBef>
              <a:buFont typeface="Arial" panose="020B0604020202020204" pitchFamily="34" charset="0"/>
              <a:buNone/>
            </a:pPr>
            <a:r>
              <a:rPr lang="en-US" sz="1400" b="1"/>
              <a:t>Data Fragmentation and Errors</a:t>
            </a:r>
          </a:p>
          <a:p>
            <a:pPr marL="0" lvl="1" indent="0">
              <a:buFont typeface="Arial" panose="020B0604020202020204" pitchFamily="34" charset="0"/>
              <a:buNone/>
            </a:pPr>
            <a:r>
              <a:rPr lang="en-US" sz="1400"/>
              <a:t>Unclear handwriting and missing fields cause incomplete records and fragmented data across multiple systems.</a:t>
            </a:r>
          </a:p>
          <a:p>
            <a:pPr marL="0" indent="0">
              <a:spcBef>
                <a:spcPts val="2500"/>
              </a:spcBef>
              <a:buFont typeface="Arial" panose="020B0604020202020204" pitchFamily="34" charset="0"/>
              <a:buNone/>
            </a:pPr>
            <a:r>
              <a:rPr lang="en-US" sz="1400" b="1"/>
              <a:t>Organisational Visibility Issues</a:t>
            </a:r>
          </a:p>
          <a:p>
            <a:pPr marL="0" lvl="1" indent="0">
              <a:buFont typeface="Arial" panose="020B0604020202020204" pitchFamily="34" charset="0"/>
              <a:buNone/>
            </a:pPr>
            <a:r>
              <a:rPr lang="en-US" sz="1400"/>
              <a:t>Fragmented data prevents leaders from gaining county-wide insights on service usage, demographics, and outcomes.</a:t>
            </a:r>
          </a:p>
          <a:p>
            <a:pPr marL="0" indent="0">
              <a:spcBef>
                <a:spcPts val="2500"/>
              </a:spcBef>
              <a:buFont typeface="Arial" panose="020B0604020202020204" pitchFamily="34" charset="0"/>
              <a:buNone/>
            </a:pPr>
            <a:r>
              <a:rPr lang="en-US" sz="1400" b="1"/>
              <a:t>Compliance and Governance Risks</a:t>
            </a:r>
          </a:p>
          <a:p>
            <a:pPr marL="0" lvl="1" indent="0">
              <a:buFont typeface="Arial" panose="020B0604020202020204" pitchFamily="34" charset="0"/>
              <a:buNone/>
            </a:pPr>
            <a:r>
              <a:rPr lang="en-US" sz="1400"/>
              <a:t>Paper-based data storage increases risks of breaches and complicates compliance with data protection regulations.</a:t>
            </a:r>
          </a:p>
        </p:txBody>
      </p:sp>
      <p:sp>
        <p:nvSpPr>
          <p:cNvPr id="6" name="Date Placeholder 5">
            <a:extLst>
              <a:ext uri="{FF2B5EF4-FFF2-40B4-BE49-F238E27FC236}">
                <a16:creationId xmlns:a16="http://schemas.microsoft.com/office/drawing/2014/main" id="{12F5B629-63C7-4E60-D872-0AF3406A508F}"/>
              </a:ext>
            </a:extLst>
          </p:cNvPr>
          <p:cNvSpPr>
            <a:spLocks noGrp="1"/>
          </p:cNvSpPr>
          <p:nvPr>
            <p:ph type="dt" sz="half" idx="10"/>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7" name="Slide Number Placeholder 6">
            <a:extLst>
              <a:ext uri="{FF2B5EF4-FFF2-40B4-BE49-F238E27FC236}">
                <a16:creationId xmlns:a16="http://schemas.microsoft.com/office/drawing/2014/main" id="{4A90B5D6-4CC8-B5DD-79B6-0337B60D6996}"/>
              </a:ext>
            </a:extLst>
          </p:cNvPr>
          <p:cNvSpPr>
            <a:spLocks noGrp="1"/>
          </p:cNvSpPr>
          <p:nvPr>
            <p:ph type="sldNum" sz="quarter" idx="12"/>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8047651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6_1F81C8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82C1-3EFF-16DA-0619-41F2880A19E8}"/>
              </a:ext>
            </a:extLst>
          </p:cNvPr>
          <p:cNvSpPr>
            <a:spLocks noGrp="1"/>
          </p:cNvSpPr>
          <p:nvPr>
            <p:ph type="title"/>
          </p:nvPr>
        </p:nvSpPr>
        <p:spPr>
          <a:xfrm>
            <a:off x="4480560" y="320040"/>
            <a:ext cx="6858000" cy="932688"/>
          </a:xfrm>
        </p:spPr>
        <p:txBody>
          <a:bodyPr anchor="b">
            <a:normAutofit/>
          </a:bodyPr>
          <a:lstStyle/>
          <a:p>
            <a:r>
              <a:rPr lang="en-US" sz="3000"/>
              <a:t>The Vision: A Unified Digital Gateway</a:t>
            </a:r>
          </a:p>
        </p:txBody>
      </p:sp>
      <p:pic>
        <p:nvPicPr>
          <p:cNvPr id="8" name="Content Placeholder 7" descr="Login screen mobile app close up. Woman holds mobile phone with login screen concept app.">
            <a:extLst>
              <a:ext uri="{FF2B5EF4-FFF2-40B4-BE49-F238E27FC236}">
                <a16:creationId xmlns:a16="http://schemas.microsoft.com/office/drawing/2014/main" id="{CA46D511-0E3C-407B-B623-B7AC109F9CAF}"/>
              </a:ext>
            </a:extLst>
          </p:cNvPr>
          <p:cNvPicPr>
            <a:picLocks noGrp="1" noChangeAspect="1"/>
          </p:cNvPicPr>
          <p:nvPr>
            <p:ph type="pic" sz="quarter" idx="13"/>
          </p:nvPr>
        </p:nvPicPr>
        <p:blipFill>
          <a:blip r:embed="rId3"/>
          <a:srcRect l="49365" r="11475" b="-2"/>
          <a:stretch>
            <a:fillRect/>
          </a:stretch>
        </p:blipFill>
        <p:spPr>
          <a:xfrm>
            <a:off x="20" y="1"/>
            <a:ext cx="4023340" cy="6858000"/>
          </a:xfrm>
        </p:spPr>
      </p:pic>
      <p:sp>
        <p:nvSpPr>
          <p:cNvPr id="5" name="Content Placeholder 4">
            <a:extLst>
              <a:ext uri="{FF2B5EF4-FFF2-40B4-BE49-F238E27FC236}">
                <a16:creationId xmlns:a16="http://schemas.microsoft.com/office/drawing/2014/main" id="{5B22AC98-4552-6BAE-8071-9E0F94098C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Unified Digital Service</a:t>
            </a:r>
          </a:p>
          <a:p>
            <a:pPr marL="0" lvl="1" indent="0">
              <a:buFont typeface="Arial" panose="020B0604020202020204" pitchFamily="34" charset="0"/>
              <a:buNone/>
            </a:pPr>
            <a:r>
              <a:rPr lang="en-US" sz="1400"/>
              <a:t>The gateway consolidates fragmented paper processes into a single, user-friendly digital platform accessible via multiple devices.</a:t>
            </a:r>
          </a:p>
          <a:p>
            <a:pPr marL="0" indent="0">
              <a:spcBef>
                <a:spcPts val="2500"/>
              </a:spcBef>
              <a:buFont typeface="Arial" panose="020B0604020202020204" pitchFamily="34" charset="0"/>
              <a:buNone/>
            </a:pPr>
            <a:r>
              <a:rPr lang="en-US" sz="1400" b="1"/>
              <a:t>Accessibility and Simplicity</a:t>
            </a:r>
          </a:p>
          <a:p>
            <a:pPr marL="0" lvl="1" indent="0">
              <a:buFont typeface="Arial" panose="020B0604020202020204" pitchFamily="34" charset="0"/>
              <a:buNone/>
            </a:pPr>
            <a:r>
              <a:rPr lang="en-US" sz="1400"/>
              <a:t>Designed with clear questions, simple language, and accessibility standards to ensure no family is excluded from the service.</a:t>
            </a:r>
          </a:p>
          <a:p>
            <a:pPr marL="0" indent="0">
              <a:spcBef>
                <a:spcPts val="2500"/>
              </a:spcBef>
              <a:buFont typeface="Arial" panose="020B0604020202020204" pitchFamily="34" charset="0"/>
              <a:buNone/>
            </a:pPr>
            <a:r>
              <a:rPr lang="en-US" sz="1400" b="1"/>
              <a:t>Data Security and Efficiency</a:t>
            </a:r>
          </a:p>
          <a:p>
            <a:pPr marL="0" lvl="1" indent="0">
              <a:buFont typeface="Arial" panose="020B0604020202020204" pitchFamily="34" charset="0"/>
              <a:buNone/>
            </a:pPr>
            <a:r>
              <a:rPr lang="en-US" sz="1400"/>
              <a:t>Information is captured once, stored securely, and shared appropriately, supporting a ‘tell us once’ approach to reduce duplication.</a:t>
            </a:r>
          </a:p>
          <a:p>
            <a:pPr marL="0" indent="0">
              <a:spcBef>
                <a:spcPts val="2500"/>
              </a:spcBef>
              <a:buFont typeface="Arial" panose="020B0604020202020204" pitchFamily="34" charset="0"/>
              <a:buNone/>
            </a:pPr>
            <a:r>
              <a:rPr lang="en-US" sz="1400" b="1"/>
              <a:t>Service-Oriented Design</a:t>
            </a:r>
          </a:p>
          <a:p>
            <a:pPr marL="0" lvl="1" indent="0">
              <a:buFont typeface="Arial" panose="020B0604020202020204" pitchFamily="34" charset="0"/>
              <a:buNone/>
            </a:pPr>
            <a:r>
              <a:rPr lang="en-US" sz="1400"/>
              <a:t>The gateway acts as a scalable service focusing on user needs, privacy by design, and enabling human support rather than replacing it.</a:t>
            </a:r>
          </a:p>
        </p:txBody>
      </p:sp>
      <p:sp>
        <p:nvSpPr>
          <p:cNvPr id="6" name="Date Placeholder 5">
            <a:extLst>
              <a:ext uri="{FF2B5EF4-FFF2-40B4-BE49-F238E27FC236}">
                <a16:creationId xmlns:a16="http://schemas.microsoft.com/office/drawing/2014/main" id="{71E1C57C-FE7C-1929-F278-526D77E7D7CF}"/>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C277F660-0A77-B248-2F14-A4C63BD9099D}"/>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1520AD68-0DBF-1C06-13E3-04E4B50C60EE}"/>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5285991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7_8927DD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E7D54-C083-19EC-33FD-C02B90E24C52}"/>
              </a:ext>
            </a:extLst>
          </p:cNvPr>
          <p:cNvSpPr>
            <a:spLocks noGrp="1"/>
          </p:cNvSpPr>
          <p:nvPr>
            <p:ph type="title"/>
          </p:nvPr>
        </p:nvSpPr>
        <p:spPr>
          <a:xfrm>
            <a:off x="4480560" y="320040"/>
            <a:ext cx="6858000" cy="932688"/>
          </a:xfrm>
        </p:spPr>
        <p:txBody>
          <a:bodyPr anchor="b">
            <a:normAutofit/>
          </a:bodyPr>
          <a:lstStyle/>
          <a:p>
            <a:r>
              <a:rPr lang="en-US" sz="3000"/>
              <a:t>Tell Us Once: Digital Registration</a:t>
            </a:r>
          </a:p>
        </p:txBody>
      </p:sp>
      <p:pic>
        <p:nvPicPr>
          <p:cNvPr id="8" name="Content Placeholder 7" descr="Social media network communication mobile phone app">
            <a:extLst>
              <a:ext uri="{FF2B5EF4-FFF2-40B4-BE49-F238E27FC236}">
                <a16:creationId xmlns:a16="http://schemas.microsoft.com/office/drawing/2014/main" id="{39A718A4-A928-4BC8-B312-AB37878C3160}"/>
              </a:ext>
            </a:extLst>
          </p:cNvPr>
          <p:cNvPicPr>
            <a:picLocks noGrp="1" noChangeAspect="1"/>
          </p:cNvPicPr>
          <p:nvPr>
            <p:ph type="pic" sz="quarter" idx="13"/>
          </p:nvPr>
        </p:nvPicPr>
        <p:blipFill>
          <a:blip r:embed="rId3"/>
          <a:srcRect l="28717" r="32123" b="-2"/>
          <a:stretch>
            <a:fillRect/>
          </a:stretch>
        </p:blipFill>
        <p:spPr>
          <a:xfrm>
            <a:off x="20" y="1"/>
            <a:ext cx="4023340" cy="6858000"/>
          </a:xfrm>
        </p:spPr>
      </p:pic>
      <p:sp>
        <p:nvSpPr>
          <p:cNvPr id="5" name="Content Placeholder 4">
            <a:extLst>
              <a:ext uri="{FF2B5EF4-FFF2-40B4-BE49-F238E27FC236}">
                <a16:creationId xmlns:a16="http://schemas.microsoft.com/office/drawing/2014/main" id="{CAA1A956-B9E4-793C-9CB7-3B91BD9FC4E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Single Data Entry</a:t>
            </a:r>
          </a:p>
          <a:p>
            <a:pPr marL="0" lvl="1" indent="0">
              <a:buFont typeface="Arial" panose="020B0604020202020204" pitchFamily="34" charset="0"/>
              <a:buNone/>
            </a:pPr>
            <a:r>
              <a:rPr lang="en-US" sz="1400"/>
              <a:t>Families enter their core details once through a digital gateway, reducing repetition and cognitive load.</a:t>
            </a:r>
          </a:p>
          <a:p>
            <a:pPr marL="0" indent="0">
              <a:spcBef>
                <a:spcPts val="2500"/>
              </a:spcBef>
              <a:buFont typeface="Arial" panose="020B0604020202020204" pitchFamily="34" charset="0"/>
              <a:buNone/>
            </a:pPr>
            <a:r>
              <a:rPr lang="en-US" sz="1400" b="1"/>
              <a:t>Immediate Confirmation</a:t>
            </a:r>
          </a:p>
          <a:p>
            <a:pPr marL="0" lvl="1" indent="0">
              <a:buFont typeface="Arial" panose="020B0604020202020204" pitchFamily="34" charset="0"/>
              <a:buNone/>
            </a:pPr>
            <a:r>
              <a:rPr lang="en-US" sz="1400"/>
              <a:t>System confirms information receipt instantly, giving families assurance their data is recorded.</a:t>
            </a:r>
          </a:p>
          <a:p>
            <a:pPr marL="0" indent="0">
              <a:spcBef>
                <a:spcPts val="2500"/>
              </a:spcBef>
              <a:buFont typeface="Arial" panose="020B0604020202020204" pitchFamily="34" charset="0"/>
              <a:buNone/>
            </a:pPr>
            <a:r>
              <a:rPr lang="en-US" sz="1400" b="1"/>
              <a:t>Improved Data Accuracy</a:t>
            </a:r>
          </a:p>
          <a:p>
            <a:pPr marL="0" lvl="1" indent="0">
              <a:buFont typeface="Arial" panose="020B0604020202020204" pitchFamily="34" charset="0"/>
              <a:buNone/>
            </a:pPr>
            <a:r>
              <a:rPr lang="en-US" sz="1400"/>
              <a:t>Guided digital forms validate inputs and highlight missing data to enhance accuracy before submission.</a:t>
            </a:r>
          </a:p>
          <a:p>
            <a:pPr marL="0" indent="0">
              <a:spcBef>
                <a:spcPts val="2500"/>
              </a:spcBef>
              <a:buFont typeface="Arial" panose="020B0604020202020204" pitchFamily="34" charset="0"/>
              <a:buNone/>
            </a:pPr>
            <a:r>
              <a:rPr lang="en-US" sz="1400" b="1"/>
              <a:t>Operational Efficiency</a:t>
            </a:r>
          </a:p>
          <a:p>
            <a:pPr marL="0" lvl="1" indent="0">
              <a:buFont typeface="Arial" panose="020B0604020202020204" pitchFamily="34" charset="0"/>
              <a:buNone/>
            </a:pPr>
            <a:r>
              <a:rPr lang="en-US" sz="1400"/>
              <a:t>Consistent, clean records reduce administrative duplication and support ongoing data management.</a:t>
            </a:r>
          </a:p>
        </p:txBody>
      </p:sp>
      <p:sp>
        <p:nvSpPr>
          <p:cNvPr id="6" name="Date Placeholder 5">
            <a:extLst>
              <a:ext uri="{FF2B5EF4-FFF2-40B4-BE49-F238E27FC236}">
                <a16:creationId xmlns:a16="http://schemas.microsoft.com/office/drawing/2014/main" id="{35B3A9F2-A706-AE39-71EA-F38D863CFDF9}"/>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A7CA1073-CB5C-8D4D-68F1-FAB3A3AB8300}"/>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E5830A8A-0894-2945-703C-1F464A7B6760}"/>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23010911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8_85CB4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02D4E-6D8E-D649-8D6C-98BD72720753}"/>
              </a:ext>
            </a:extLst>
          </p:cNvPr>
          <p:cNvSpPr>
            <a:spLocks noGrp="1"/>
          </p:cNvSpPr>
          <p:nvPr>
            <p:ph type="title"/>
          </p:nvPr>
        </p:nvSpPr>
        <p:spPr>
          <a:xfrm>
            <a:off x="7132320" y="584339"/>
            <a:ext cx="4361688" cy="1261714"/>
          </a:xfrm>
        </p:spPr>
        <p:txBody>
          <a:bodyPr anchor="b">
            <a:normAutofit/>
          </a:bodyPr>
          <a:lstStyle/>
          <a:p>
            <a:r>
              <a:rPr lang="en-US" sz="2700"/>
              <a:t>The Golden Thread: A Unique Family Hub ID</a:t>
            </a:r>
          </a:p>
        </p:txBody>
      </p:sp>
      <p:pic>
        <p:nvPicPr>
          <p:cNvPr id="8" name="Content Placeholder 7">
            <a:extLst>
              <a:ext uri="{FF2B5EF4-FFF2-40B4-BE49-F238E27FC236}">
                <a16:creationId xmlns:a16="http://schemas.microsoft.com/office/drawing/2014/main" id="{34CA889B-C051-4E29-B59F-FD3E798E0063}"/>
              </a:ext>
            </a:extLst>
          </p:cNvPr>
          <p:cNvPicPr>
            <a:picLocks noGrp="1" noChangeAspect="1"/>
          </p:cNvPicPr>
          <p:nvPr>
            <p:ph type="pic" sz="quarter" idx="13"/>
          </p:nvPr>
        </p:nvPicPr>
        <p:blipFill>
          <a:blip r:embed="rId3"/>
          <a:srcRect l="39988"/>
          <a:stretch>
            <a:fillRect/>
          </a:stretch>
        </p:blipFill>
        <p:spPr>
          <a:xfrm>
            <a:off x="20" y="10"/>
            <a:ext cx="6611489" cy="6857990"/>
          </a:xfrm>
        </p:spPr>
      </p:pic>
      <p:sp>
        <p:nvSpPr>
          <p:cNvPr id="5" name="Content Placeholder 4">
            <a:extLst>
              <a:ext uri="{FF2B5EF4-FFF2-40B4-BE49-F238E27FC236}">
                <a16:creationId xmlns:a16="http://schemas.microsoft.com/office/drawing/2014/main" id="{84170065-2275-A468-875D-4A0B34F2508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32320" y="1979463"/>
            <a:ext cx="4362450" cy="4329262"/>
          </a:xfrm>
        </p:spPr>
        <p:txBody>
          <a:bodyPr>
            <a:normAutofit/>
          </a:bodyPr>
          <a:lstStyle/>
          <a:p>
            <a:pPr marL="0" indent="0">
              <a:spcBef>
                <a:spcPts val="2500"/>
              </a:spcBef>
              <a:buFont typeface="Arial" panose="020B0604020202020204" pitchFamily="34" charset="0"/>
              <a:buNone/>
            </a:pPr>
            <a:r>
              <a:rPr lang="en-US" sz="1400" b="1"/>
              <a:t>Unique User ID System</a:t>
            </a:r>
          </a:p>
          <a:p>
            <a:pPr marL="0" lvl="1" indent="0">
              <a:buFont typeface="Arial" panose="020B0604020202020204" pitchFamily="34" charset="0"/>
              <a:buNone/>
            </a:pPr>
            <a:r>
              <a:rPr lang="en-US" sz="1400"/>
              <a:t>A system-generated Family Hub ID links all interactions without using national identifiers to ensure privacy and safety.</a:t>
            </a:r>
          </a:p>
          <a:p>
            <a:pPr marL="0" indent="0">
              <a:spcBef>
                <a:spcPts val="2500"/>
              </a:spcBef>
              <a:buFont typeface="Arial" panose="020B0604020202020204" pitchFamily="34" charset="0"/>
              <a:buNone/>
            </a:pPr>
            <a:r>
              <a:rPr lang="en-US" sz="1400" b="1"/>
              <a:t>Connected Service Journey</a:t>
            </a:r>
          </a:p>
          <a:p>
            <a:pPr marL="0" lvl="1" indent="0">
              <a:buFont typeface="Arial" panose="020B0604020202020204" pitchFamily="34" charset="0"/>
              <a:buNone/>
            </a:pPr>
            <a:r>
              <a:rPr lang="en-US" sz="1400"/>
              <a:t>The ID creates a seamless, continuous service journey by linking family interactions across multiple hubs and supports.</a:t>
            </a:r>
          </a:p>
          <a:p>
            <a:pPr marL="0" indent="0">
              <a:spcBef>
                <a:spcPts val="2500"/>
              </a:spcBef>
              <a:buFont typeface="Arial" panose="020B0604020202020204" pitchFamily="34" charset="0"/>
              <a:buNone/>
            </a:pPr>
            <a:r>
              <a:rPr lang="en-US" sz="1400" b="1"/>
              <a:t>Improved Insight and Coordination</a:t>
            </a:r>
          </a:p>
          <a:p>
            <a:pPr marL="0" lvl="1" indent="0">
              <a:buFont typeface="Arial" panose="020B0604020202020204" pitchFamily="34" charset="0"/>
              <a:buNone/>
            </a:pPr>
            <a:r>
              <a:rPr lang="en-US" sz="1400"/>
              <a:t>Tracking interactions longitudinally helps reduce duplication and provides insights into engagement and support escalation.</a:t>
            </a:r>
          </a:p>
        </p:txBody>
      </p:sp>
      <p:sp>
        <p:nvSpPr>
          <p:cNvPr id="6" name="Date Placeholder 5">
            <a:extLst>
              <a:ext uri="{FF2B5EF4-FFF2-40B4-BE49-F238E27FC236}">
                <a16:creationId xmlns:a16="http://schemas.microsoft.com/office/drawing/2014/main" id="{5D11A306-1321-6228-3E25-0E9E948BA7CE}"/>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4EFDB674-03F9-26AA-00EF-49C200414BF6}"/>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E1E41A5E-A020-34F0-B2A4-5F24F68E0061}"/>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22446904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_A09_8C965D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A7B04-9395-1EB4-9CD2-5A0C9DE06146}"/>
              </a:ext>
            </a:extLst>
          </p:cNvPr>
          <p:cNvSpPr>
            <a:spLocks noGrp="1"/>
          </p:cNvSpPr>
          <p:nvPr>
            <p:ph type="title"/>
          </p:nvPr>
        </p:nvSpPr>
        <p:spPr>
          <a:xfrm>
            <a:off x="4480560" y="320040"/>
            <a:ext cx="6858000" cy="932688"/>
          </a:xfrm>
        </p:spPr>
        <p:txBody>
          <a:bodyPr anchor="b">
            <a:normAutofit/>
          </a:bodyPr>
          <a:lstStyle/>
          <a:p>
            <a:r>
              <a:rPr lang="en-US"/>
              <a:t>A Better Experience for Staff</a:t>
            </a:r>
          </a:p>
        </p:txBody>
      </p:sp>
      <p:pic>
        <p:nvPicPr>
          <p:cNvPr id="8" name="Content Placeholder 7" descr="Shot of computer programmers looking through data in the office">
            <a:extLst>
              <a:ext uri="{FF2B5EF4-FFF2-40B4-BE49-F238E27FC236}">
                <a16:creationId xmlns:a16="http://schemas.microsoft.com/office/drawing/2014/main" id="{E166F480-57A1-4790-8898-CB2ABF1D28FC}"/>
              </a:ext>
            </a:extLst>
          </p:cNvPr>
          <p:cNvPicPr>
            <a:picLocks noGrp="1" noChangeAspect="1"/>
          </p:cNvPicPr>
          <p:nvPr>
            <p:ph type="pic" sz="quarter" idx="13"/>
          </p:nvPr>
        </p:nvPicPr>
        <p:blipFill>
          <a:blip r:embed="rId3"/>
          <a:srcRect l="31741" r="29099" b="-2"/>
          <a:stretch>
            <a:fillRect/>
          </a:stretch>
        </p:blipFill>
        <p:spPr>
          <a:xfrm>
            <a:off x="20" y="1"/>
            <a:ext cx="4023340" cy="6858000"/>
          </a:xfrm>
        </p:spPr>
      </p:pic>
      <p:sp>
        <p:nvSpPr>
          <p:cNvPr id="5" name="Content Placeholder 4">
            <a:extLst>
              <a:ext uri="{FF2B5EF4-FFF2-40B4-BE49-F238E27FC236}">
                <a16:creationId xmlns:a16="http://schemas.microsoft.com/office/drawing/2014/main" id="{3840E5D8-0467-8568-CB37-B418A436F39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1380744"/>
            <a:ext cx="6858000" cy="4983480"/>
          </a:xfrm>
        </p:spPr>
        <p:txBody>
          <a:bodyPr>
            <a:normAutofit/>
          </a:bodyPr>
          <a:lstStyle/>
          <a:p>
            <a:pPr marL="0" indent="0">
              <a:spcBef>
                <a:spcPts val="2500"/>
              </a:spcBef>
              <a:buFont typeface="Arial" panose="020B0604020202020204" pitchFamily="34" charset="0"/>
              <a:buNone/>
            </a:pPr>
            <a:r>
              <a:rPr lang="en-US" sz="1400" b="1"/>
              <a:t>Streamlined Work Processes</a:t>
            </a:r>
          </a:p>
          <a:p>
            <a:pPr marL="0" lvl="1" indent="0">
              <a:buFont typeface="Arial" panose="020B0604020202020204" pitchFamily="34" charset="0"/>
              <a:buNone/>
            </a:pPr>
            <a:r>
              <a:rPr lang="en-US" sz="1400"/>
              <a:t>Pre-filled records replace blank forms, shifting staff roles to confirmation and care, reducing workload and frustration.</a:t>
            </a:r>
          </a:p>
          <a:p>
            <a:pPr marL="0" indent="0">
              <a:spcBef>
                <a:spcPts val="2500"/>
              </a:spcBef>
              <a:buFont typeface="Arial" panose="020B0604020202020204" pitchFamily="34" charset="0"/>
              <a:buNone/>
            </a:pPr>
            <a:r>
              <a:rPr lang="en-US" sz="1400" b="1"/>
              <a:t>Improved Job Satisfaction</a:t>
            </a:r>
          </a:p>
          <a:p>
            <a:pPr marL="0" lvl="1" indent="0">
              <a:buFont typeface="Arial" panose="020B0604020202020204" pitchFamily="34" charset="0"/>
              <a:buNone/>
            </a:pPr>
            <a:r>
              <a:rPr lang="en-US" sz="1400"/>
              <a:t>Focusing on professional strengths rather than administrative tasks enhances staff satisfaction and engagement.</a:t>
            </a:r>
          </a:p>
          <a:p>
            <a:pPr marL="0" indent="0">
              <a:spcBef>
                <a:spcPts val="2500"/>
              </a:spcBef>
              <a:buFont typeface="Arial" panose="020B0604020202020204" pitchFamily="34" charset="0"/>
              <a:buNone/>
            </a:pPr>
            <a:r>
              <a:rPr lang="en-US" sz="1400" b="1"/>
              <a:t>Transparent Updates and Audit Trails</a:t>
            </a:r>
          </a:p>
          <a:p>
            <a:pPr marL="0" lvl="1" indent="0">
              <a:buFont typeface="Arial" panose="020B0604020202020204" pitchFamily="34" charset="0"/>
              <a:buNone/>
            </a:pPr>
            <a:r>
              <a:rPr lang="en-US" sz="1400"/>
              <a:t>Quick updates with clear audit trails provide transparency and accountability in information management.</a:t>
            </a:r>
          </a:p>
          <a:p>
            <a:pPr marL="0" indent="0">
              <a:spcBef>
                <a:spcPts val="2500"/>
              </a:spcBef>
              <a:buFont typeface="Arial" panose="020B0604020202020204" pitchFamily="34" charset="0"/>
              <a:buNone/>
            </a:pPr>
            <a:r>
              <a:rPr lang="en-US" sz="1400" b="1"/>
              <a:t>Shared Trusted Information</a:t>
            </a:r>
          </a:p>
          <a:p>
            <a:pPr marL="0" lvl="1" indent="0">
              <a:buFont typeface="Arial" panose="020B0604020202020204" pitchFamily="34" charset="0"/>
              <a:buNone/>
            </a:pPr>
            <a:r>
              <a:rPr lang="en-US" sz="1400"/>
              <a:t>Information continuity across teams and locations creates a reliable, shared source staff can trust.</a:t>
            </a:r>
          </a:p>
        </p:txBody>
      </p:sp>
      <p:sp>
        <p:nvSpPr>
          <p:cNvPr id="6" name="Date Placeholder 5">
            <a:extLst>
              <a:ext uri="{FF2B5EF4-FFF2-40B4-BE49-F238E27FC236}">
                <a16:creationId xmlns:a16="http://schemas.microsoft.com/office/drawing/2014/main" id="{0AD23942-8BED-905C-36FC-A635C6D77E99}"/>
              </a:ext>
            </a:extLst>
          </p:cNvPr>
          <p:cNvSpPr>
            <a:spLocks noGrp="1"/>
          </p:cNvSpPr>
          <p:nvPr>
            <p:ph type="dt" sz="half" idx="15"/>
          </p:nvPr>
        </p:nvSpPr>
        <p:spPr>
          <a:xfrm rot="5400000">
            <a:off x="10425981" y="4687095"/>
            <a:ext cx="2706690" cy="365125"/>
          </a:xfrm>
        </p:spPr>
        <p:txBody>
          <a:bodyPr anchor="ctr">
            <a:normAutofit/>
          </a:bodyPr>
          <a:lstStyle/>
          <a:p>
            <a:pPr>
              <a:spcAft>
                <a:spcPts val="600"/>
              </a:spcAft>
            </a:pPr>
            <a:fld id="{9E765B10-D26A-480A-9509-A9831C5E60D8}" type="datetime1">
              <a:rPr lang="en-US" smtClean="0"/>
              <a:pPr>
                <a:spcAft>
                  <a:spcPts val="600"/>
                </a:spcAft>
              </a:pPr>
              <a:t/>
            </a:fld>
            <a:endParaRPr lang="en-US"/>
          </a:p>
        </p:txBody>
      </p:sp>
      <p:sp>
        <p:nvSpPr>
          <p:cNvPr id="3" name="Footer Placeholder 2">
            <a:extLst>
              <a:ext uri="{FF2B5EF4-FFF2-40B4-BE49-F238E27FC236}">
                <a16:creationId xmlns:a16="http://schemas.microsoft.com/office/drawing/2014/main" id="{36DBE86C-1409-139D-1A79-8F4A66F10038}"/>
              </a:ext>
            </a:extLst>
          </p:cNvPr>
          <p:cNvSpPr>
            <a:spLocks noGrp="1"/>
          </p:cNvSpPr>
          <p:nvPr>
            <p:ph type="ftr" sz="quarter" idx="16"/>
          </p:nvPr>
        </p:nvSpPr>
        <p:spPr>
          <a:xfrm rot="16200000">
            <a:off x="10292565" y="1592957"/>
            <a:ext cx="2973522" cy="365125"/>
          </a:xfrm>
        </p:spPr>
        <p:txBody>
          <a:bodyPr anchor="ctr">
            <a:normAutofit/>
          </a:bodyPr>
          <a:lstStyle/>
          <a:p>
            <a:pPr>
              <a:spcAft>
                <a:spcPts val="600"/>
              </a:spcAft>
            </a:pPr>
            <a:r>
              <a:rPr lang="en-US"/>
              <a:t>Sample Footer Text</a:t>
            </a:r>
          </a:p>
        </p:txBody>
      </p:sp>
      <p:sp>
        <p:nvSpPr>
          <p:cNvPr id="7" name="Slide Number Placeholder 6">
            <a:extLst>
              <a:ext uri="{FF2B5EF4-FFF2-40B4-BE49-F238E27FC236}">
                <a16:creationId xmlns:a16="http://schemas.microsoft.com/office/drawing/2014/main" id="{ACA0CAB8-F26A-6D01-1D68-1EF2DF1A80B0}"/>
              </a:ext>
            </a:extLst>
          </p:cNvPr>
          <p:cNvSpPr>
            <a:spLocks noGrp="1"/>
          </p:cNvSpPr>
          <p:nvPr>
            <p:ph type="sldNum" sz="quarter" idx="17"/>
          </p:nvPr>
        </p:nvSpPr>
        <p:spPr>
          <a:xfrm>
            <a:off x="11512296" y="6356350"/>
            <a:ext cx="574620" cy="365125"/>
          </a:xfrm>
        </p:spPr>
        <p:txBody>
          <a:bodyPr anchor="ctr">
            <a:normAutofit/>
          </a:bodyPr>
          <a:lstStyle/>
          <a:p>
            <a:pPr>
              <a:spcAft>
                <a:spcPts val="600"/>
              </a:spcAft>
            </a:pPr>
            <a:fld id="{CC057153-B650-4DEB-B370-79DDCFDCE934}" type="slidenum">
              <a:rPr lang="en-US" smtClean="0"/>
              <a:pPr>
                <a:spcAft>
                  <a:spcPts val="600"/>
                </a:spcAft>
              </a:pPr>
              <a:t/>
            </a:fld>
            <a:endParaRPr lang="en-US"/>
          </a:p>
        </p:txBody>
      </p:sp>
    </p:spTree>
    <p:extLst>
      <p:ext uri="{BB962C8B-B14F-4D97-AF65-F5344CB8AC3E}">
        <p14:creationId xmlns:p14="http://schemas.microsoft.com/office/powerpoint/2010/main" val="2358664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_0_4ADD8B9E.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74A254C3.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design_win32_LW_V6" id="{76702E1B-643C-41F6-B804-84CD1831FE1D}" vid="{80EAE0FA-13D9-49AC-87DC-C29A48A8690E}"/>
    </a:ext>
  </a:extLst>
</a:theme>
</file>

<file path=docProps/core.xml><?xml version="1.0" encoding="utf-8"?>
<cp:coreProperties xmlns:cp="http://schemas.openxmlformats.org/package/2006/metadata/core-properties" xmlns:dc="http://purl.org/dc/elements/1.1/" xmlns:dcterms="http://purl.org/dc/terms/" xmlns:xsi="http://www.w3.org/2001/XMLSchema-instance">
  <dc:creator>Philip.Shea@food.gov.uk</dc:creator>
  <cp:lastModifiedBy>Philip.Shea@food.gov.uk</cp:lastModifiedBy>
</cp:coreProperties>
</file>